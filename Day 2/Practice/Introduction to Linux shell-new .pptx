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8" name="Google Shape;88;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6" name="Google Shape;10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3" name="Google Shape;11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9" name="Google Shape;119;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5" name="Google Shape;125;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7" name="Google Shape;13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3" name="Google Shape;143;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52"/>
        <p:cNvGrpSpPr/>
        <p:nvPr/>
      </p:nvGrpSpPr>
      <p:grpSpPr>
        <a:xfrm>
          <a:off x="0" y="0"/>
          <a:ext cx="0" cy="0"/>
          <a:chOff x="0" y="0"/>
          <a:chExt cx="0" cy="0"/>
        </a:xfrm>
      </p:grpSpPr>
      <p:sp>
        <p:nvSpPr>
          <p:cNvPr id="53" name="Google Shape;53;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4" name="Google Shape;54;p2: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58"/>
        <p:cNvGrpSpPr/>
        <p:nvPr/>
      </p:nvGrpSpPr>
      <p:grpSpPr>
        <a:xfrm>
          <a:off x="0" y="0"/>
          <a:ext cx="0" cy="0"/>
          <a:chOff x="0" y="0"/>
          <a:chExt cx="0" cy="0"/>
        </a:xfrm>
      </p:grpSpPr>
      <p:sp>
        <p:nvSpPr>
          <p:cNvPr id="59" name="Google Shape;5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 name="Google Shape;60;p3: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6" name="Google Shape;66;p4: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p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 name="Shape 83"/>
        <p:cNvGrpSpPr/>
        <p:nvPr/>
      </p:nvGrpSpPr>
      <p:grpSpPr>
        <a:xfrm>
          <a:off x="0" y="0"/>
          <a:ext cx="0" cy="0"/>
          <a:chOff x="0" y="0"/>
          <a:chExt cx="0" cy="0"/>
        </a:xfrm>
      </p:grpSpPr>
      <p:sp>
        <p:nvSpPr>
          <p:cNvPr id="84" name="Google Shape;84;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7: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p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p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6" name="Google Shape;146;p17: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p18: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Google Shape;170;p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p2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2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p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p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p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2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p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2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p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3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231"/>
        <p:cNvGrpSpPr/>
        <p:nvPr/>
      </p:nvGrpSpPr>
      <p:grpSpPr>
        <a:xfrm>
          <a:off x="0" y="0"/>
          <a:ext cx="0" cy="0"/>
          <a:chOff x="0" y="0"/>
          <a:chExt cx="0" cy="0"/>
        </a:xfrm>
      </p:grpSpPr>
      <p:sp>
        <p:nvSpPr>
          <p:cNvPr id="232" name="Google Shape;232;p3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p3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p3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3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5" name="Google Shape;245;p34: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p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1" name="Google Shape;251;p35: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6"/>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6"/>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5183188" y="987425"/>
            <a:ext cx="6172200" cy="4873625"/>
          </a:xfrm>
          <a:prstGeom prst="rect">
            <a:avLst/>
          </a:prstGeom>
          <a:noFill/>
          <a:ln>
            <a:noFill/>
          </a:ln>
        </p:spPr>
      </p:sp>
      <p:sp>
        <p:nvSpPr>
          <p:cNvPr id="64" name="Google Shape;64;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anchor="t" anchorCtr="0"/>
          <a:lstStyle>
            <a:lvl1pPr algn="ctr">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gn="l">
              <a:lnSpc>
                <a:spcPct val="115000"/>
              </a:lnSpc>
              <a:spcBef>
                <a:spcPts val="0"/>
              </a:spcBef>
              <a:spcAft>
                <a:spcPts val="0"/>
              </a:spcAft>
              <a:buSzPts val="1800"/>
              <a:buChar char="●"/>
              <a:defRPr/>
            </a:lvl1pPr>
            <a:lvl2pPr marL="1219200" lvl="1" indent="-423545" algn="l">
              <a:lnSpc>
                <a:spcPct val="115000"/>
              </a:lnSpc>
              <a:spcBef>
                <a:spcPts val="0"/>
              </a:spcBef>
              <a:spcAft>
                <a:spcPts val="0"/>
              </a:spcAft>
              <a:buSzPts val="1400"/>
              <a:buChar char="○"/>
              <a:defRPr/>
            </a:lvl2pPr>
            <a:lvl3pPr marL="1828800" lvl="2" indent="-423545" algn="l">
              <a:lnSpc>
                <a:spcPct val="115000"/>
              </a:lnSpc>
              <a:spcBef>
                <a:spcPts val="0"/>
              </a:spcBef>
              <a:spcAft>
                <a:spcPts val="0"/>
              </a:spcAft>
              <a:buSzPts val="1400"/>
              <a:buChar char="■"/>
              <a:defRPr/>
            </a:lvl3pPr>
            <a:lvl4pPr marL="2438400" lvl="3" indent="-423545" algn="l">
              <a:lnSpc>
                <a:spcPct val="115000"/>
              </a:lnSpc>
              <a:spcBef>
                <a:spcPts val="0"/>
              </a:spcBef>
              <a:spcAft>
                <a:spcPts val="0"/>
              </a:spcAft>
              <a:buSzPts val="1400"/>
              <a:buChar char="●"/>
              <a:defRPr/>
            </a:lvl4pPr>
            <a:lvl5pPr marL="3048000" lvl="4" indent="-423545" algn="l">
              <a:lnSpc>
                <a:spcPct val="115000"/>
              </a:lnSpc>
              <a:spcBef>
                <a:spcPts val="0"/>
              </a:spcBef>
              <a:spcAft>
                <a:spcPts val="0"/>
              </a:spcAft>
              <a:buSzPts val="1400"/>
              <a:buChar char="○"/>
              <a:defRPr/>
            </a:lvl5pPr>
            <a:lvl6pPr marL="3657600" lvl="5" indent="-423545" algn="l">
              <a:lnSpc>
                <a:spcPct val="115000"/>
              </a:lnSpc>
              <a:spcBef>
                <a:spcPts val="0"/>
              </a:spcBef>
              <a:spcAft>
                <a:spcPts val="0"/>
              </a:spcAft>
              <a:buSzPts val="1400"/>
              <a:buChar char="■"/>
              <a:defRPr/>
            </a:lvl6pPr>
            <a:lvl7pPr marL="4267200" lvl="6" indent="-423545" algn="l">
              <a:lnSpc>
                <a:spcPct val="115000"/>
              </a:lnSpc>
              <a:spcBef>
                <a:spcPts val="0"/>
              </a:spcBef>
              <a:spcAft>
                <a:spcPts val="0"/>
              </a:spcAft>
              <a:buSzPts val="1400"/>
              <a:buChar char="●"/>
              <a:defRPr/>
            </a:lvl7pPr>
            <a:lvl8pPr marL="4876800" lvl="7" indent="-423545" algn="l">
              <a:lnSpc>
                <a:spcPct val="115000"/>
              </a:lnSpc>
              <a:spcBef>
                <a:spcPts val="0"/>
              </a:spcBef>
              <a:spcAft>
                <a:spcPts val="0"/>
              </a:spcAft>
              <a:buSzPts val="1400"/>
              <a:buChar char="○"/>
              <a:defRPr/>
            </a:lvl8pPr>
            <a:lvl9pPr marL="5486400" lvl="8" indent="-423545" algn="l">
              <a:lnSpc>
                <a:spcPct val="115000"/>
              </a:lnSpc>
              <a:spcBef>
                <a:spcPts val="0"/>
              </a:spcBef>
              <a:spcAft>
                <a:spcPts val="0"/>
              </a:spcAft>
              <a:buSzPts val="1400"/>
              <a:buChar char="■"/>
              <a:defRPr/>
            </a:lvl9pPr>
          </a:lstStyle>
          <a:p/>
        </p:txBody>
      </p:sp>
      <p:sp>
        <p:nvSpPr>
          <p:cNvPr id="16" name="Google Shape;16;p3"/>
          <p:cNvSpPr txBox="1"/>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5"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hyperlink" Target="https://en.wikipedia.org/wiki/Korn_shell" TargetMode="External"/><Relationship Id="rId2" Type="http://schemas.openxmlformats.org/officeDocument/2006/relationships/hyperlink" Target="https://en.wikipedia.org/wiki/C_shell" TargetMode="External"/><Relationship Id="rId1" Type="http://schemas.openxmlformats.org/officeDocument/2006/relationships/hyperlink" Target="https://en.wikipedia.org/wiki/Bash_(Unix_shell)"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97885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mbria" panose="02040503050406030204"/>
              <a:buNone/>
            </a:pPr>
            <a:r>
              <a:rPr lang="en-US">
                <a:latin typeface="Cambria" panose="02040503050406030204"/>
                <a:ea typeface="Cambria" panose="02040503050406030204"/>
                <a:cs typeface="Cambria" panose="02040503050406030204"/>
                <a:sym typeface="Cambria" panose="02040503050406030204"/>
              </a:rPr>
              <a:t>Introduction to Linux Shell</a:t>
            </a:r>
            <a:endParaRPr>
              <a:latin typeface="Cambria" panose="02040503050406030204"/>
              <a:ea typeface="Cambria" panose="02040503050406030204"/>
              <a:cs typeface="Cambria" panose="02040503050406030204"/>
              <a:sym typeface="Cambria" panose="02040503050406030204"/>
            </a:endParaRPr>
          </a:p>
        </p:txBody>
      </p:sp>
      <p:sp>
        <p:nvSpPr>
          <p:cNvPr id="85" name="Google Shape;85;p13"/>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90000"/>
              </a:lnSpc>
              <a:spcBef>
                <a:spcPts val="0"/>
              </a:spcBef>
              <a:spcAft>
                <a:spcPts val="0"/>
              </a:spcAft>
              <a:buClr>
                <a:schemeClr val="dk1"/>
              </a:buClr>
              <a:buSzPct val="100000"/>
              <a:buNone/>
            </a:pPr>
            <a:r>
              <a:rPr lang="en-US"/>
              <a:t>					</a:t>
            </a:r>
            <a:r>
              <a:rPr lang="en-IN" altLang="en-US"/>
              <a:t>Sandy Joseph</a:t>
            </a:r>
            <a:endParaRPr lang="en-US">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1000"/>
              </a:spcBef>
              <a:spcAft>
                <a:spcPts val="0"/>
              </a:spcAft>
              <a:buClr>
                <a:schemeClr val="dk1"/>
              </a:buClr>
              <a:buSzPct val="100000"/>
              <a:buNone/>
            </a:pPr>
            <a:r>
              <a:rPr lang="en-US">
                <a:latin typeface="Cambria" panose="02040503050406030204"/>
                <a:ea typeface="Cambria" panose="02040503050406030204"/>
                <a:cs typeface="Cambria" panose="02040503050406030204"/>
                <a:sym typeface="Cambria" panose="02040503050406030204"/>
              </a:rPr>
              <a:t>					       Department of CSE,</a:t>
            </a:r>
            <a:endParaRPr lang="en-US">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1000"/>
              </a:spcBef>
              <a:spcAft>
                <a:spcPts val="0"/>
              </a:spcAft>
              <a:buClr>
                <a:schemeClr val="dk1"/>
              </a:buClr>
              <a:buSzPct val="100000"/>
              <a:buNone/>
            </a:pPr>
            <a:r>
              <a:rPr lang="en-US">
                <a:latin typeface="Cambria" panose="02040503050406030204"/>
                <a:ea typeface="Cambria" panose="02040503050406030204"/>
                <a:cs typeface="Cambria" panose="02040503050406030204"/>
                <a:sym typeface="Cambria" panose="02040503050406030204"/>
              </a:rPr>
              <a:t>                                                RSET</a:t>
            </a:r>
            <a:endParaRPr lang="en-US">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1000"/>
              </a:spcBef>
              <a:spcAft>
                <a:spcPts val="0"/>
              </a:spcAft>
              <a:buClr>
                <a:schemeClr val="dk1"/>
              </a:buClr>
              <a:buSzPct val="100000"/>
              <a:buNone/>
            </a:pPr>
            <a:r>
              <a:rPr lang="en-US">
                <a:latin typeface="Cambria" panose="02040503050406030204"/>
                <a:ea typeface="Cambria" panose="02040503050406030204"/>
                <a:cs typeface="Cambria" panose="02040503050406030204"/>
                <a:sym typeface="Cambria" panose="02040503050406030204"/>
              </a:rPr>
              <a:t>https://www.geeksforgeeks.org/introduction-linux-shell-shell-scripting/</a:t>
            </a:r>
            <a:endParaRPr>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4"/>
          <p:cNvSpPr txBox="1"/>
          <p:nvPr>
            <p:ph type="body" idx="1"/>
          </p:nvPr>
        </p:nvSpPr>
        <p:spPr>
          <a:xfrm>
            <a:off x="838200" y="350729"/>
            <a:ext cx="10898688" cy="5826234"/>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In running Ubuntu, Linux Mint or any other Linux distribution, you are interacting to shell every time you use terminal.</a:t>
            </a:r>
            <a:endParaRPr lang="en-US">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 In a Linux system we have </a:t>
            </a:r>
            <a:endParaRPr>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Kernel</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Shell</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Terminal</a:t>
            </a:r>
            <a:endParaRPr lang="en-US">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The </a:t>
            </a:r>
            <a:r>
              <a:rPr lang="en-US" b="1">
                <a:latin typeface="Cambria" panose="02040503050406030204"/>
                <a:ea typeface="Cambria" panose="02040503050406030204"/>
                <a:cs typeface="Cambria" panose="02040503050406030204"/>
                <a:sym typeface="Cambria" panose="02040503050406030204"/>
              </a:rPr>
              <a:t>kernel</a:t>
            </a:r>
            <a:r>
              <a:rPr lang="en-US">
                <a:latin typeface="Cambria" panose="02040503050406030204"/>
                <a:ea typeface="Cambria" panose="02040503050406030204"/>
                <a:cs typeface="Cambria" panose="02040503050406030204"/>
                <a:sym typeface="Cambria" panose="02040503050406030204"/>
              </a:rPr>
              <a:t> is a computer program that is the core of a computer’s operating system, with complete control over everything in the system.</a:t>
            </a:r>
            <a:endParaRPr lang="en-US">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 It manages following resources of the Linux system –</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File management</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Process management</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I/O management</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Memory management</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Device management etc.</a:t>
            </a:r>
            <a:endParaRPr lang="en-US">
              <a:latin typeface="Cambria" panose="02040503050406030204"/>
              <a:ea typeface="Cambria" panose="02040503050406030204"/>
              <a:cs typeface="Cambria" panose="02040503050406030204"/>
              <a:sym typeface="Cambria" panose="02040503050406030204"/>
            </a:endParaRPr>
          </a:p>
          <a:p>
            <a:pPr marL="228600" lvl="0" indent="-50800" algn="l" rtl="0">
              <a:lnSpc>
                <a:spcPct val="90000"/>
              </a:lnSpc>
              <a:spcBef>
                <a:spcPts val="1000"/>
              </a:spcBef>
              <a:spcAft>
                <a:spcPts val="0"/>
              </a:spcAft>
              <a:buClr>
                <a:schemeClr val="dk1"/>
              </a:buClr>
              <a:buSzPts val="280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4" name="Shape 94"/>
        <p:cNvGrpSpPr/>
        <p:nvPr/>
      </p:nvGrpSpPr>
      <p:grpSpPr>
        <a:xfrm>
          <a:off x="0" y="0"/>
          <a:ext cx="0" cy="0"/>
          <a:chOff x="0" y="0"/>
          <a:chExt cx="0" cy="0"/>
        </a:xfrm>
      </p:grpSpPr>
      <p:sp>
        <p:nvSpPr>
          <p:cNvPr id="95" name="Google Shape;95;p15"/>
          <p:cNvSpPr txBox="1"/>
          <p:nvPr>
            <p:ph type="title"/>
          </p:nvPr>
        </p:nvSpPr>
        <p:spPr>
          <a:xfrm>
            <a:off x="838200" y="365125"/>
            <a:ext cx="10515600" cy="5873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mbria" panose="02040503050406030204"/>
              <a:buNone/>
            </a:pPr>
            <a:r>
              <a:rPr lang="en-US" b="1">
                <a:latin typeface="Cambria" panose="02040503050406030204"/>
                <a:ea typeface="Cambria" panose="02040503050406030204"/>
                <a:cs typeface="Cambria" panose="02040503050406030204"/>
                <a:sym typeface="Cambria" panose="02040503050406030204"/>
              </a:rPr>
              <a:t>Shell</a:t>
            </a:r>
            <a:endParaRPr b="1">
              <a:latin typeface="Cambria" panose="02040503050406030204"/>
              <a:ea typeface="Cambria" panose="02040503050406030204"/>
              <a:cs typeface="Cambria" panose="02040503050406030204"/>
              <a:sym typeface="Cambria" panose="02040503050406030204"/>
            </a:endParaRPr>
          </a:p>
        </p:txBody>
      </p:sp>
      <p:sp>
        <p:nvSpPr>
          <p:cNvPr id="96" name="Google Shape;96;p15"/>
          <p:cNvSpPr txBox="1"/>
          <p:nvPr>
            <p:ph type="body" idx="1"/>
          </p:nvPr>
        </p:nvSpPr>
        <p:spPr>
          <a:xfrm>
            <a:off x="838200" y="1282700"/>
            <a:ext cx="5511800" cy="489426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A shell is special user program which provide an interface to user to use operating system services.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Shell accept human readable commands from user and convert them into something which kernel can understand.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It is a command language interpreter that execute commands read from input devices such as keyboards or from files. The shell gets started when the user logs in or start the terminal.</a:t>
            </a:r>
            <a:endParaRPr lang="en-US">
              <a:latin typeface="Cambria" panose="02040503050406030204"/>
              <a:ea typeface="Cambria" panose="02040503050406030204"/>
              <a:cs typeface="Cambria" panose="02040503050406030204"/>
              <a:sym typeface="Cambria" panose="02040503050406030204"/>
            </a:endParaRPr>
          </a:p>
          <a:p>
            <a:pPr marL="0" lvl="0" indent="0" algn="l" rtl="0">
              <a:lnSpc>
                <a:spcPct val="90000"/>
              </a:lnSpc>
              <a:spcBef>
                <a:spcPts val="1000"/>
              </a:spcBef>
              <a:spcAft>
                <a:spcPts val="0"/>
              </a:spcAft>
              <a:buClr>
                <a:schemeClr val="dk1"/>
              </a:buClr>
              <a:buSzPct val="100000"/>
              <a:buNone/>
            </a:pPr>
            <a:endParaRPr>
              <a:latin typeface="Cambria" panose="02040503050406030204"/>
              <a:ea typeface="Cambria" panose="02040503050406030204"/>
              <a:cs typeface="Cambria" panose="02040503050406030204"/>
              <a:sym typeface="Cambria" panose="02040503050406030204"/>
            </a:endParaRPr>
          </a:p>
        </p:txBody>
      </p:sp>
      <p:pic>
        <p:nvPicPr>
          <p:cNvPr id="97" name="Google Shape;97;p15" descr="https://media.geeksforgeeks.org/wp-content/uploads/18834419_1198504446945937_35839918_n-300x291.png"/>
          <p:cNvPicPr preferRelativeResize="0"/>
          <p:nvPr/>
        </p:nvPicPr>
        <p:blipFill rotWithShape="1">
          <a:blip r:embed="rId1"/>
          <a:srcRect/>
          <a:stretch>
            <a:fillRect/>
          </a:stretch>
        </p:blipFill>
        <p:spPr>
          <a:xfrm>
            <a:off x="6296713" y="1039621"/>
            <a:ext cx="5526987" cy="53611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body" idx="1"/>
          </p:nvPr>
        </p:nvSpPr>
        <p:spPr>
          <a:xfrm>
            <a:off x="800100" y="304800"/>
            <a:ext cx="6007100" cy="587216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Shell is broadly classified into two categories</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 	Command Line Shell</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	Graphical shell</a:t>
            </a:r>
            <a:endParaRPr lang="en-US">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b="1">
                <a:latin typeface="Cambria" panose="02040503050406030204"/>
                <a:ea typeface="Cambria" panose="02040503050406030204"/>
                <a:cs typeface="Cambria" panose="02040503050406030204"/>
                <a:sym typeface="Cambria" panose="02040503050406030204"/>
              </a:rPr>
              <a:t>Command Line Shell</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Shell can be accessed by user using a command line interface.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A special program called Terminal in linux/macOS or Command Prompt in Windows OS is provided to type in the human readable commands such as “cat”, “ls” etc. and then it is being execute.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The result is then displayed on the terminal to the user.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ct val="100000"/>
              <a:buChar char="•"/>
            </a:pPr>
            <a:r>
              <a:rPr lang="en-US">
                <a:latin typeface="Cambria" panose="02040503050406030204"/>
                <a:ea typeface="Cambria" panose="02040503050406030204"/>
                <a:cs typeface="Cambria" panose="02040503050406030204"/>
                <a:sym typeface="Cambria" panose="02040503050406030204"/>
              </a:rPr>
              <a:t>A terminal in Ubuntu 16.4 system looks like this –</a:t>
            </a:r>
            <a:endParaRPr>
              <a:latin typeface="Cambria" panose="02040503050406030204"/>
              <a:ea typeface="Cambria" panose="02040503050406030204"/>
              <a:cs typeface="Cambria" panose="02040503050406030204"/>
              <a:sym typeface="Cambria" panose="02040503050406030204"/>
            </a:endParaRPr>
          </a:p>
        </p:txBody>
      </p:sp>
      <p:pic>
        <p:nvPicPr>
          <p:cNvPr id="103" name="Google Shape;103;p16" descr="https://media.geeksforgeeks.org/wp-content/uploads/cli_example.png"/>
          <p:cNvPicPr preferRelativeResize="0"/>
          <p:nvPr/>
        </p:nvPicPr>
        <p:blipFill rotWithShape="1">
          <a:blip r:embed="rId1"/>
          <a:srcRect/>
          <a:stretch>
            <a:fillRect/>
          </a:stretch>
        </p:blipFill>
        <p:spPr>
          <a:xfrm>
            <a:off x="6962775" y="635000"/>
            <a:ext cx="5229225" cy="5080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838200" y="365125"/>
            <a:ext cx="10515600" cy="6381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panose="020F0502020204030204"/>
              <a:buNone/>
            </a:pPr>
            <a:br>
              <a:rPr lang="en-US" b="1"/>
            </a:br>
            <a:br>
              <a:rPr lang="en-US" b="1"/>
            </a:br>
            <a:r>
              <a:rPr lang="en-US" b="1"/>
              <a:t>Graphical Shells</a:t>
            </a:r>
            <a:br>
              <a:rPr lang="en-US"/>
            </a:br>
            <a:br>
              <a:rPr lang="en-US"/>
            </a:br>
            <a:endParaRPr lang="en-US"/>
          </a:p>
        </p:txBody>
      </p:sp>
      <p:sp>
        <p:nvSpPr>
          <p:cNvPr id="109" name="Google Shape;109;p17"/>
          <p:cNvSpPr txBox="1"/>
          <p:nvPr>
            <p:ph type="body" idx="1"/>
          </p:nvPr>
        </p:nvSpPr>
        <p:spPr>
          <a:xfrm>
            <a:off x="838200" y="1825625"/>
            <a:ext cx="43434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Window OS or Ubuntu OS can be considered as good example which provide GUI to user for interacting with program. User do not need to type in command for every actions. A typical GUI in Ubuntu system –</a:t>
            </a:r>
            <a:endParaRPr lang="en-US">
              <a:latin typeface="Cambria" panose="02040503050406030204"/>
              <a:ea typeface="Cambria" panose="02040503050406030204"/>
              <a:cs typeface="Cambria" panose="02040503050406030204"/>
              <a:sym typeface="Cambria" panose="02040503050406030204"/>
            </a:endParaRPr>
          </a:p>
        </p:txBody>
      </p:sp>
      <p:pic>
        <p:nvPicPr>
          <p:cNvPr id="110" name="Google Shape;110;p17" descr="https://media.geeksforgeeks.org/wp-content/uploads/GUI-shell.png"/>
          <p:cNvPicPr preferRelativeResize="0"/>
          <p:nvPr/>
        </p:nvPicPr>
        <p:blipFill rotWithShape="1">
          <a:blip r:embed="rId1"/>
          <a:srcRect/>
          <a:stretch>
            <a:fillRect/>
          </a:stretch>
        </p:blipFill>
        <p:spPr>
          <a:xfrm>
            <a:off x="5181600" y="1633537"/>
            <a:ext cx="6419850" cy="3476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sp>
        <p:nvSpPr>
          <p:cNvPr id="116" name="Google Shape;116;p18"/>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There are several shells are available for Linux systems like –</a:t>
            </a:r>
            <a:endParaRPr lang="en-US"/>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1"/>
              </a:rPr>
              <a:t>BASH (Bourne Again SHell)</a:t>
            </a:r>
            <a:r>
              <a:rPr lang="en-US"/>
              <a:t> – It is most widely used shell in Linux systems. It is used as default login shell in Linux systems and in macOS. It can also be installed on Windows OS.</a:t>
            </a:r>
            <a:endParaRPr lang="en-US"/>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2"/>
              </a:rPr>
              <a:t>CSH (C SHell)</a:t>
            </a:r>
            <a:r>
              <a:rPr lang="en-US"/>
              <a:t> – The C shell’s syntax and usage are very similar to the C programming language.</a:t>
            </a:r>
            <a:endParaRPr lang="en-US"/>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3"/>
              </a:rPr>
              <a:t>KSH (Korn SHell)</a:t>
            </a:r>
            <a:r>
              <a:rPr lang="en-US"/>
              <a:t> – The Korn Shell also was the base for the POSIX Shell standard specifications etc.</a:t>
            </a:r>
            <a:endParaRPr lang="en-US"/>
          </a:p>
          <a:p>
            <a:pPr marL="228600" lvl="0" indent="-228600" algn="l" rtl="0">
              <a:lnSpc>
                <a:spcPct val="90000"/>
              </a:lnSpc>
              <a:spcBef>
                <a:spcPts val="1000"/>
              </a:spcBef>
              <a:spcAft>
                <a:spcPts val="0"/>
              </a:spcAft>
              <a:buClr>
                <a:schemeClr val="dk1"/>
              </a:buClr>
              <a:buSzPts val="2800"/>
              <a:buChar char="•"/>
            </a:pPr>
            <a:r>
              <a:rPr lang="en-US"/>
              <a:t>Each shell does the same job but u</a:t>
            </a:r>
            <a:endParaRPr lang="en-US"/>
          </a:p>
          <a:p>
            <a:pPr marL="228600" lvl="0" indent="-50800" algn="l" rtl="0">
              <a:lnSpc>
                <a:spcPct val="90000"/>
              </a:lnSpc>
              <a:spcBef>
                <a:spcPts val="1000"/>
              </a:spcBef>
              <a:spcAft>
                <a:spcPts val="0"/>
              </a:spcAft>
              <a:buClr>
                <a:schemeClr val="dk1"/>
              </a:buClr>
              <a:buSzPts val="2800"/>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mbria" panose="02040503050406030204"/>
              <a:buNone/>
            </a:pPr>
            <a:r>
              <a:rPr lang="en-US" b="1">
                <a:latin typeface="Cambria" panose="02040503050406030204"/>
                <a:ea typeface="Cambria" panose="02040503050406030204"/>
                <a:cs typeface="Cambria" panose="02040503050406030204"/>
                <a:sym typeface="Cambria" panose="02040503050406030204"/>
              </a:rPr>
              <a:t>Shell Scripting</a:t>
            </a:r>
            <a:br>
              <a:rPr lang="en-US">
                <a:latin typeface="Cambria" panose="02040503050406030204"/>
                <a:ea typeface="Cambria" panose="02040503050406030204"/>
                <a:cs typeface="Cambria" panose="02040503050406030204"/>
                <a:sym typeface="Cambria" panose="02040503050406030204"/>
              </a:rPr>
            </a:br>
            <a:endParaRPr>
              <a:latin typeface="Cambria" panose="02040503050406030204"/>
              <a:ea typeface="Cambria" panose="02040503050406030204"/>
              <a:cs typeface="Cambria" panose="02040503050406030204"/>
              <a:sym typeface="Cambria" panose="02040503050406030204"/>
            </a:endParaRPr>
          </a:p>
        </p:txBody>
      </p:sp>
      <p:sp>
        <p:nvSpPr>
          <p:cNvPr id="122" name="Google Shape;122;p19"/>
          <p:cNvSpPr txBox="1"/>
          <p:nvPr>
            <p:ph type="body" idx="1"/>
          </p:nvPr>
        </p:nvSpPr>
        <p:spPr>
          <a:xfrm>
            <a:off x="838200" y="990600"/>
            <a:ext cx="10515600" cy="51863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Usually shells are interactive that mean, they accept command as input from users and execute them.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However some time we want to execute a bunch of commands routinely, so we have type in all commands each time in terminal.</a:t>
            </a:r>
            <a:endParaRPr lang="en-US">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As shell can also take commands as input from file we can write these commands in a file and can execute them in shell to avoid this repetitive work.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These files are called </a:t>
            </a:r>
            <a:r>
              <a:rPr lang="en-US" b="1">
                <a:latin typeface="Cambria" panose="02040503050406030204"/>
                <a:ea typeface="Cambria" panose="02040503050406030204"/>
                <a:cs typeface="Cambria" panose="02040503050406030204"/>
                <a:sym typeface="Cambria" panose="02040503050406030204"/>
              </a:rPr>
              <a:t>Shell Scripts </a:t>
            </a:r>
            <a:r>
              <a:rPr lang="en-US">
                <a:latin typeface="Cambria" panose="02040503050406030204"/>
                <a:ea typeface="Cambria" panose="02040503050406030204"/>
                <a:cs typeface="Cambria" panose="02040503050406030204"/>
                <a:sym typeface="Cambria" panose="02040503050406030204"/>
              </a:rPr>
              <a:t>or</a:t>
            </a:r>
            <a:r>
              <a:rPr lang="en-US" b="1">
                <a:latin typeface="Cambria" panose="02040503050406030204"/>
                <a:ea typeface="Cambria" panose="02040503050406030204"/>
                <a:cs typeface="Cambria" panose="02040503050406030204"/>
                <a:sym typeface="Cambria" panose="02040503050406030204"/>
              </a:rPr>
              <a:t> Shell Programs</a:t>
            </a:r>
            <a:r>
              <a:rPr lang="en-US">
                <a:latin typeface="Cambria" panose="02040503050406030204"/>
                <a:ea typeface="Cambria" panose="02040503050406030204"/>
                <a:cs typeface="Cambria" panose="02040503050406030204"/>
                <a:sym typeface="Cambria" panose="02040503050406030204"/>
              </a:rPr>
              <a:t>.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Shell scripts are similar to the batch file in MS-DOS. </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Each shell script is saved with</a:t>
            </a:r>
            <a:r>
              <a:rPr lang="en-US" b="1">
                <a:latin typeface="Cambria" panose="02040503050406030204"/>
                <a:ea typeface="Cambria" panose="02040503050406030204"/>
                <a:cs typeface="Cambria" panose="02040503050406030204"/>
                <a:sym typeface="Cambria" panose="02040503050406030204"/>
              </a:rPr>
              <a:t> .sh</a:t>
            </a:r>
            <a:r>
              <a:rPr lang="en-US">
                <a:latin typeface="Cambria" panose="02040503050406030204"/>
                <a:ea typeface="Cambria" panose="02040503050406030204"/>
                <a:cs typeface="Cambria" panose="02040503050406030204"/>
                <a:sym typeface="Cambria" panose="02040503050406030204"/>
              </a:rPr>
              <a:t> file extension eg. </a:t>
            </a:r>
            <a:r>
              <a:rPr lang="en-US" b="1">
                <a:latin typeface="Cambria" panose="02040503050406030204"/>
                <a:ea typeface="Cambria" panose="02040503050406030204"/>
                <a:cs typeface="Cambria" panose="02040503050406030204"/>
                <a:sym typeface="Cambria" panose="02040503050406030204"/>
              </a:rPr>
              <a:t>myscript.sh</a:t>
            </a:r>
            <a:endParaRPr>
              <a:latin typeface="Cambria" panose="02040503050406030204"/>
              <a:ea typeface="Cambria" panose="02040503050406030204"/>
              <a:cs typeface="Cambria" panose="02040503050406030204"/>
              <a:sym typeface="Cambria" panose="02040503050406030204"/>
            </a:endParaRPr>
          </a:p>
          <a:p>
            <a:pPr marL="228600" lvl="0" indent="-50800" algn="l" rtl="0">
              <a:lnSpc>
                <a:spcPct val="90000"/>
              </a:lnSpc>
              <a:spcBef>
                <a:spcPts val="1000"/>
              </a:spcBef>
              <a:spcAft>
                <a:spcPts val="0"/>
              </a:spcAft>
              <a:buClr>
                <a:schemeClr val="dk1"/>
              </a:buClr>
              <a:buSzPts val="2800"/>
              <a:buNone/>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sp>
        <p:nvSpPr>
          <p:cNvPr id="128" name="Google Shape;128;p2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A shell script comprises following elements –</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Shell Keywords – if, else, break etc.</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Shell commands – cd, ls, echo, pwd, touch etc.</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Functions</a:t>
            </a:r>
            <a:endParaRPr lang="en-US">
              <a:latin typeface="Cambria" panose="02040503050406030204"/>
              <a:ea typeface="Cambria" panose="02040503050406030204"/>
              <a:cs typeface="Cambria" panose="02040503050406030204"/>
              <a:sym typeface="Cambria" panose="02040503050406030204"/>
            </a:endParaRPr>
          </a:p>
          <a:p>
            <a:pPr marL="685800" lvl="1" indent="-228600" algn="l" rtl="0">
              <a:lnSpc>
                <a:spcPct val="90000"/>
              </a:lnSpc>
              <a:spcBef>
                <a:spcPts val="500"/>
              </a:spcBef>
              <a:spcAft>
                <a:spcPts val="0"/>
              </a:spcAft>
              <a:buClr>
                <a:schemeClr val="dk1"/>
              </a:buClr>
              <a:buSzPts val="2400"/>
              <a:buChar char="•"/>
            </a:pPr>
            <a:r>
              <a:rPr lang="en-US">
                <a:latin typeface="Cambria" panose="02040503050406030204"/>
                <a:ea typeface="Cambria" panose="02040503050406030204"/>
                <a:cs typeface="Cambria" panose="02040503050406030204"/>
                <a:sym typeface="Cambria" panose="02040503050406030204"/>
              </a:rPr>
              <a:t>Control flow – if..then..else, case and shell loops etc.</a:t>
            </a:r>
            <a:endParaRPr lang="en-US">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mbria" panose="02040503050406030204"/>
              <a:buNone/>
            </a:pPr>
            <a:r>
              <a:rPr lang="en-US" b="1">
                <a:latin typeface="Cambria" panose="02040503050406030204"/>
                <a:ea typeface="Cambria" panose="02040503050406030204"/>
                <a:cs typeface="Cambria" panose="02040503050406030204"/>
                <a:sym typeface="Cambria" panose="02040503050406030204"/>
              </a:rPr>
              <a:t>Need  of shell scripts</a:t>
            </a:r>
            <a:br>
              <a:rPr lang="en-US">
                <a:latin typeface="Cambria" panose="02040503050406030204"/>
                <a:ea typeface="Cambria" panose="02040503050406030204"/>
                <a:cs typeface="Cambria" panose="02040503050406030204"/>
                <a:sym typeface="Cambria" panose="02040503050406030204"/>
              </a:rPr>
            </a:br>
            <a:endParaRPr lang="en-US">
              <a:latin typeface="Cambria" panose="02040503050406030204"/>
              <a:ea typeface="Cambria" panose="02040503050406030204"/>
              <a:cs typeface="Cambria" panose="02040503050406030204"/>
              <a:sym typeface="Cambria" panose="02040503050406030204"/>
            </a:endParaRPr>
          </a:p>
        </p:txBody>
      </p:sp>
      <p:sp>
        <p:nvSpPr>
          <p:cNvPr id="134" name="Google Shape;134;p2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To avoid repetitive work and automation.</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System admins use shell scripting for routine backups.</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System monitoring.</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Adding new functionality to the shell etc.</a:t>
            </a:r>
            <a:endParaRPr lang="en-US">
              <a:latin typeface="Cambria" panose="02040503050406030204"/>
              <a:ea typeface="Cambria" panose="02040503050406030204"/>
              <a:cs typeface="Cambria" panose="02040503050406030204"/>
              <a:sym typeface="Cambria" panose="02040503050406030204"/>
            </a:endParaRPr>
          </a:p>
          <a:p>
            <a:pPr marL="228600" lvl="0" indent="-50800" algn="l" rtl="0">
              <a:lnSpc>
                <a:spcPct val="90000"/>
              </a:lnSpc>
              <a:spcBef>
                <a:spcPts val="1000"/>
              </a:spcBef>
              <a:spcAft>
                <a:spcPts val="0"/>
              </a:spcAft>
              <a:buClr>
                <a:schemeClr val="dk1"/>
              </a:buClr>
              <a:buSzPts val="2800"/>
              <a:buNone/>
            </a:pPr>
            <a:endParaRPr>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mbria" panose="02040503050406030204"/>
              <a:buNone/>
            </a:pPr>
            <a:r>
              <a:rPr lang="en-US" b="1">
                <a:latin typeface="Cambria" panose="02040503050406030204"/>
                <a:ea typeface="Cambria" panose="02040503050406030204"/>
                <a:cs typeface="Cambria" panose="02040503050406030204"/>
                <a:sym typeface="Cambria" panose="02040503050406030204"/>
              </a:rPr>
              <a:t>Advantages of shell scripts</a:t>
            </a:r>
            <a:br>
              <a:rPr lang="en-US">
                <a:latin typeface="Cambria" panose="02040503050406030204"/>
                <a:ea typeface="Cambria" panose="02040503050406030204"/>
                <a:cs typeface="Cambria" panose="02040503050406030204"/>
                <a:sym typeface="Cambria" panose="02040503050406030204"/>
              </a:rPr>
            </a:br>
            <a:endParaRPr>
              <a:latin typeface="Cambria" panose="02040503050406030204"/>
              <a:ea typeface="Cambria" panose="02040503050406030204"/>
              <a:cs typeface="Cambria" panose="02040503050406030204"/>
              <a:sym typeface="Cambria" panose="02040503050406030204"/>
            </a:endParaRPr>
          </a:p>
        </p:txBody>
      </p:sp>
      <p:sp>
        <p:nvSpPr>
          <p:cNvPr id="140" name="Google Shape;140;p22"/>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The command and syntax are exactly the same as those directly entered in command line, so programmer do not need to switch to entirely different syntax.</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Writing shell scripts are much quicker.</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Quick start.</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Interactive debugging etc.</a:t>
            </a:r>
            <a:endParaRPr lang="en-US">
              <a:latin typeface="Cambria" panose="02040503050406030204"/>
              <a:ea typeface="Cambria" panose="02040503050406030204"/>
              <a:cs typeface="Cambria" panose="02040503050406030204"/>
              <a:sym typeface="Cambria" panose="02040503050406030204"/>
            </a:endParaRPr>
          </a:p>
          <a:p>
            <a:pPr marL="0" lvl="0" indent="0" algn="l" rtl="0">
              <a:lnSpc>
                <a:spcPct val="90000"/>
              </a:lnSpc>
              <a:spcBef>
                <a:spcPts val="1000"/>
              </a:spcBef>
              <a:spcAft>
                <a:spcPts val="0"/>
              </a:spcAft>
              <a:buClr>
                <a:schemeClr val="dk1"/>
              </a:buClr>
              <a:buSzPts val="2800"/>
              <a:buNone/>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mbria" panose="02040503050406030204"/>
              <a:buNone/>
            </a:pPr>
            <a:r>
              <a:rPr lang="en-US" b="1">
                <a:latin typeface="Cambria" panose="02040503050406030204"/>
                <a:ea typeface="Cambria" panose="02040503050406030204"/>
                <a:cs typeface="Cambria" panose="02040503050406030204"/>
                <a:sym typeface="Cambria" panose="02040503050406030204"/>
              </a:rPr>
              <a:t>Disadvantages of shell scripts</a:t>
            </a:r>
            <a:br>
              <a:rPr lang="en-US">
                <a:latin typeface="Cambria" panose="02040503050406030204"/>
                <a:ea typeface="Cambria" panose="02040503050406030204"/>
                <a:cs typeface="Cambria" panose="02040503050406030204"/>
                <a:sym typeface="Cambria" panose="02040503050406030204"/>
              </a:rPr>
            </a:br>
            <a:endParaRPr>
              <a:latin typeface="Cambria" panose="02040503050406030204"/>
              <a:ea typeface="Cambria" panose="02040503050406030204"/>
              <a:cs typeface="Cambria" panose="02040503050406030204"/>
              <a:sym typeface="Cambria" panose="02040503050406030204"/>
            </a:endParaRPr>
          </a:p>
        </p:txBody>
      </p:sp>
      <p:sp>
        <p:nvSpPr>
          <p:cNvPr id="146" name="Google Shape;146;p23"/>
          <p:cNvSpPr txBox="1"/>
          <p:nvPr>
            <p:ph type="body" idx="1"/>
          </p:nvPr>
        </p:nvSpPr>
        <p:spPr>
          <a:xfrm>
            <a:off x="838200" y="1825625"/>
            <a:ext cx="108331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Prone to costly errors, a single mistake can change the command which might be harmful.</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Slow execution speed.</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Design flaws within the language syntax or implementation.</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Not well suited for large and complex task.</a:t>
            </a:r>
            <a:endParaRPr>
              <a:latin typeface="Cambria" panose="02040503050406030204"/>
              <a:ea typeface="Cambria" panose="02040503050406030204"/>
              <a:cs typeface="Cambria" panose="02040503050406030204"/>
              <a:sym typeface="Cambria" panose="02040503050406030204"/>
            </a:endParaRPr>
          </a:p>
          <a:p>
            <a:pPr marL="228600" lvl="0" indent="-228600" algn="l" rtl="0">
              <a:lnSpc>
                <a:spcPct val="90000"/>
              </a:lnSpc>
              <a:spcBef>
                <a:spcPts val="1000"/>
              </a:spcBef>
              <a:spcAft>
                <a:spcPts val="0"/>
              </a:spcAft>
              <a:buClr>
                <a:schemeClr val="dk1"/>
              </a:buClr>
              <a:buSzPts val="2800"/>
              <a:buChar char="•"/>
            </a:pPr>
            <a:r>
              <a:rPr lang="en-US">
                <a:latin typeface="Cambria" panose="02040503050406030204"/>
                <a:ea typeface="Cambria" panose="02040503050406030204"/>
                <a:cs typeface="Cambria" panose="02040503050406030204"/>
                <a:sym typeface="Cambria" panose="02040503050406030204"/>
              </a:rPr>
              <a:t>Provide minimal data structure unlike other scripting languages.</a:t>
            </a:r>
            <a:endParaRPr>
              <a:latin typeface="Cambria" panose="02040503050406030204"/>
              <a:ea typeface="Cambria" panose="02040503050406030204"/>
              <a:cs typeface="Cambria" panose="02040503050406030204"/>
              <a:sym typeface="Cambria" panose="02040503050406030204"/>
            </a:endParaRPr>
          </a:p>
          <a:p>
            <a:pPr marL="228600" lvl="0" indent="-50800" algn="l" rtl="0">
              <a:lnSpc>
                <a:spcPct val="90000"/>
              </a:lnSpc>
              <a:spcBef>
                <a:spcPts val="1000"/>
              </a:spcBef>
              <a:spcAft>
                <a:spcPts val="0"/>
              </a:spcAft>
              <a:buClr>
                <a:schemeClr val="dk1"/>
              </a:buClr>
              <a:buSzPts val="2800"/>
              <a:buNone/>
            </a:pPr>
            <a:endParaRPr>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5" name="Shape 55"/>
        <p:cNvGrpSpPr/>
        <p:nvPr/>
      </p:nvGrpSpPr>
      <p:grpSpPr>
        <a:xfrm>
          <a:off x="0" y="0"/>
          <a:ext cx="0" cy="0"/>
          <a:chOff x="0" y="0"/>
          <a:chExt cx="0" cy="0"/>
        </a:xfrm>
      </p:grpSpPr>
      <p:sp>
        <p:nvSpPr>
          <p:cNvPr id="56" name="Google Shape;56;p13"/>
          <p:cNvSpPr txBox="1"/>
          <p:nvPr>
            <p:ph type="title"/>
          </p:nvPr>
        </p:nvSpPr>
        <p:spPr>
          <a:xfrm>
            <a:off x="415600" y="161567"/>
            <a:ext cx="11360800" cy="740133"/>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latin typeface="Cambria" panose="02040503050406030204"/>
                <a:ea typeface="Cambria" panose="02040503050406030204"/>
                <a:cs typeface="Cambria" panose="02040503050406030204"/>
                <a:sym typeface="Cambria" panose="02040503050406030204"/>
              </a:rPr>
              <a:t>Syntax</a:t>
            </a:r>
            <a:endParaRPr>
              <a:latin typeface="Cambria" panose="02040503050406030204"/>
              <a:ea typeface="Cambria" panose="02040503050406030204"/>
              <a:cs typeface="Cambria" panose="02040503050406030204"/>
              <a:sym typeface="Cambria" panose="02040503050406030204"/>
            </a:endParaRPr>
          </a:p>
        </p:txBody>
      </p:sp>
      <p:sp>
        <p:nvSpPr>
          <p:cNvPr id="57" name="Google Shape;57;p13"/>
          <p:cNvSpPr txBox="1"/>
          <p:nvPr>
            <p:ph type="body" idx="1"/>
          </p:nvPr>
        </p:nvSpPr>
        <p:spPr>
          <a:xfrm>
            <a:off x="415600" y="901700"/>
            <a:ext cx="11360800" cy="5190132"/>
          </a:xfrm>
          <a:prstGeom prst="rect">
            <a:avLst/>
          </a:prstGeom>
          <a:noFill/>
          <a:ln>
            <a:noFill/>
          </a:ln>
        </p:spPr>
        <p:txBody>
          <a:bodyPr spcFirstLastPara="1" wrap="square" lIns="121900" tIns="121900" rIns="121900" bIns="121900" anchor="t" anchorCtr="0">
            <a:normAutofit lnSpcReduction="20000"/>
          </a:bodyPr>
          <a:lstStyle/>
          <a:p>
            <a:pPr marL="457200" lvl="0" indent="-342900" algn="l" rtl="0">
              <a:lnSpc>
                <a:spcPct val="115000"/>
              </a:lnSpc>
              <a:spcBef>
                <a:spcPts val="0"/>
              </a:spcBef>
              <a:spcAft>
                <a:spcPts val="0"/>
              </a:spcAft>
              <a:buSzPts val="1800"/>
              <a:buChar char="●"/>
            </a:pPr>
            <a:r>
              <a:rPr lang="en-US">
                <a:latin typeface="Cambria" panose="02040503050406030204"/>
                <a:ea typeface="Cambria" panose="02040503050406030204"/>
                <a:cs typeface="Cambria" panose="02040503050406030204"/>
                <a:sym typeface="Cambria" panose="02040503050406030204"/>
              </a:rPr>
              <a:t>A </a:t>
            </a:r>
            <a:r>
              <a:rPr lang="en-US" b="1">
                <a:latin typeface="Cambria" panose="02040503050406030204"/>
                <a:ea typeface="Cambria" panose="02040503050406030204"/>
                <a:cs typeface="Cambria" panose="02040503050406030204"/>
                <a:sym typeface="Cambria" panose="02040503050406030204"/>
              </a:rPr>
              <a:t>Shell</a:t>
            </a:r>
            <a:r>
              <a:rPr lang="en-US">
                <a:latin typeface="Cambria" panose="02040503050406030204"/>
                <a:ea typeface="Cambria" panose="02040503050406030204"/>
                <a:cs typeface="Cambria" panose="02040503050406030204"/>
                <a:sym typeface="Cambria" panose="02040503050406030204"/>
              </a:rPr>
              <a:t> provides you with an interface to the Unix system.</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ts val="1800"/>
              <a:buChar char="●"/>
            </a:pPr>
            <a:r>
              <a:rPr lang="en-US">
                <a:latin typeface="Cambria" panose="02040503050406030204"/>
                <a:ea typeface="Cambria" panose="02040503050406030204"/>
                <a:cs typeface="Cambria" panose="02040503050406030204"/>
                <a:sym typeface="Cambria" panose="02040503050406030204"/>
              </a:rPr>
              <a:t>We are using Bourne Again shell (bash)</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ts val="1800"/>
              <a:buChar char="●"/>
            </a:pPr>
            <a:r>
              <a:rPr lang="en-US" b="1">
                <a:latin typeface="Cambria" panose="02040503050406030204"/>
                <a:ea typeface="Cambria" panose="02040503050406030204"/>
                <a:cs typeface="Cambria" panose="02040503050406030204"/>
                <a:sym typeface="Cambria" panose="02040503050406030204"/>
              </a:rPr>
              <a:t>$</a:t>
            </a:r>
            <a:r>
              <a:rPr lang="en-US">
                <a:latin typeface="Cambria" panose="02040503050406030204"/>
                <a:ea typeface="Cambria" panose="02040503050406030204"/>
                <a:cs typeface="Cambria" panose="02040503050406030204"/>
                <a:sym typeface="Cambria" panose="02040503050406030204"/>
              </a:rPr>
              <a:t> character is the default prompt.</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ts val="1800"/>
              <a:buChar char="●"/>
            </a:pPr>
            <a:r>
              <a:rPr lang="en-US">
                <a:latin typeface="Cambria" panose="02040503050406030204"/>
                <a:ea typeface="Cambria" panose="02040503050406030204"/>
                <a:cs typeface="Cambria" panose="02040503050406030204"/>
                <a:sym typeface="Cambria" panose="02040503050406030204"/>
              </a:rPr>
              <a:t>Files are created as </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gedit  filename.sh</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Eg:- gedit test.sh</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Before you add anything else to your script, you need to alert the system that a shell script is being started. </a:t>
            </a:r>
            <a:endParaRPr>
              <a:latin typeface="Cambria" panose="02040503050406030204"/>
              <a:ea typeface="Cambria" panose="02040503050406030204"/>
              <a:cs typeface="Cambria" panose="02040503050406030204"/>
              <a:sym typeface="Cambria" panose="02040503050406030204"/>
            </a:endParaRPr>
          </a:p>
          <a:p>
            <a:pPr marL="1371600" lvl="2"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This is done using the </a:t>
            </a:r>
            <a:r>
              <a:rPr lang="en-US" b="1">
                <a:latin typeface="Cambria" panose="02040503050406030204"/>
                <a:ea typeface="Cambria" panose="02040503050406030204"/>
                <a:cs typeface="Cambria" panose="02040503050406030204"/>
                <a:sym typeface="Cambria" panose="02040503050406030204"/>
              </a:rPr>
              <a:t>shebang</a:t>
            </a:r>
            <a:r>
              <a:rPr lang="en-US">
                <a:latin typeface="Cambria" panose="02040503050406030204"/>
                <a:ea typeface="Cambria" panose="02040503050406030204"/>
                <a:cs typeface="Cambria" panose="02040503050406030204"/>
                <a:sym typeface="Cambria" panose="02040503050406030204"/>
              </a:rPr>
              <a:t> construct. </a:t>
            </a:r>
            <a:endParaRPr lang="en-US">
              <a:latin typeface="Cambria" panose="02040503050406030204"/>
              <a:ea typeface="Cambria" panose="02040503050406030204"/>
              <a:cs typeface="Cambria" panose="02040503050406030204"/>
              <a:sym typeface="Cambria" panose="02040503050406030204"/>
            </a:endParaRPr>
          </a:p>
          <a:p>
            <a:pPr marL="1371600" lvl="2"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For example #!/bin/sh</a:t>
            </a:r>
            <a:endParaRPr>
              <a:latin typeface="Cambria" panose="02040503050406030204"/>
              <a:ea typeface="Cambria" panose="02040503050406030204"/>
              <a:cs typeface="Cambria" panose="02040503050406030204"/>
              <a:sym typeface="Cambria" panose="02040503050406030204"/>
            </a:endParaRPr>
          </a:p>
          <a:p>
            <a:pPr marL="1371600" lvl="2"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This is the first line of a shell program</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Running the program</a:t>
            </a:r>
            <a:endParaRPr lang="en-US">
              <a:latin typeface="Cambria" panose="02040503050406030204"/>
              <a:ea typeface="Cambria" panose="02040503050406030204"/>
              <a:cs typeface="Cambria" panose="02040503050406030204"/>
              <a:sym typeface="Cambria" panose="02040503050406030204"/>
            </a:endParaRPr>
          </a:p>
          <a:p>
            <a:pPr marL="1371600" lvl="2" indent="-317500" algn="l" rtl="0">
              <a:lnSpc>
                <a:spcPct val="115000"/>
              </a:lnSpc>
              <a:spcBef>
                <a:spcPts val="0"/>
              </a:spcBef>
              <a:spcAft>
                <a:spcPts val="0"/>
              </a:spcAft>
              <a:buSzPts val="1400"/>
              <a:buChar char="■"/>
            </a:pPr>
            <a:r>
              <a:rPr lang="en-US">
                <a:latin typeface="Cambria" panose="02040503050406030204"/>
                <a:ea typeface="Cambria" panose="02040503050406030204"/>
                <a:cs typeface="Cambria" panose="02040503050406030204"/>
                <a:sym typeface="Cambria" panose="02040503050406030204"/>
              </a:rPr>
              <a:t>bash filename.sh</a:t>
            </a:r>
            <a:endParaRPr lang="en-US">
              <a:latin typeface="Cambria" panose="02040503050406030204"/>
              <a:ea typeface="Cambria" panose="02040503050406030204"/>
              <a:cs typeface="Cambria" panose="02040503050406030204"/>
              <a:sym typeface="Cambria" panose="02040503050406030204"/>
            </a:endParaRPr>
          </a:p>
          <a:p>
            <a:pPr marL="1371600" lvl="2" indent="-228600" algn="l" rtl="0">
              <a:lnSpc>
                <a:spcPct val="115000"/>
              </a:lnSpc>
              <a:spcBef>
                <a:spcPts val="0"/>
              </a:spcBef>
              <a:spcAft>
                <a:spcPts val="0"/>
              </a:spcAft>
              <a:buSzPts val="1400"/>
              <a:buNone/>
            </a:pPr>
          </a:p>
          <a:p>
            <a:pPr marL="114300" lvl="0" indent="0" algn="l" rtl="0">
              <a:lnSpc>
                <a:spcPct val="115000"/>
              </a:lnSpc>
              <a:spcBef>
                <a:spcPts val="0"/>
              </a:spcBef>
              <a:spcAft>
                <a:spcPts val="0"/>
              </a:spcAft>
              <a:buSzPts val="1800"/>
              <a:buNone/>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sp>
        <p:nvSpPr>
          <p:cNvPr id="62" name="Google Shape;62;p14"/>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latin typeface="Cambria" panose="02040503050406030204"/>
                <a:ea typeface="Cambria" panose="02040503050406030204"/>
                <a:cs typeface="Cambria" panose="02040503050406030204"/>
                <a:sym typeface="Cambria" panose="02040503050406030204"/>
              </a:rPr>
              <a:t>Variables</a:t>
            </a:r>
            <a:br>
              <a:rPr lang="en-US">
                <a:latin typeface="Cambria" panose="02040503050406030204"/>
                <a:ea typeface="Cambria" panose="02040503050406030204"/>
                <a:cs typeface="Cambria" panose="02040503050406030204"/>
                <a:sym typeface="Cambria" panose="02040503050406030204"/>
              </a:rPr>
            </a:br>
            <a:endParaRPr>
              <a:latin typeface="Cambria" panose="02040503050406030204"/>
              <a:ea typeface="Cambria" panose="02040503050406030204"/>
              <a:cs typeface="Cambria" panose="02040503050406030204"/>
              <a:sym typeface="Cambria" panose="02040503050406030204"/>
            </a:endParaRPr>
          </a:p>
        </p:txBody>
      </p:sp>
      <p:sp>
        <p:nvSpPr>
          <p:cNvPr id="63" name="Google Shape;63;p14"/>
          <p:cNvSpPr txBox="1"/>
          <p:nvPr>
            <p:ph type="body" idx="1"/>
          </p:nvPr>
        </p:nvSpPr>
        <p:spPr>
          <a:xfrm>
            <a:off x="415600" y="1356967"/>
            <a:ext cx="11360800" cy="4555200"/>
          </a:xfrm>
          <a:prstGeom prst="rect">
            <a:avLst/>
          </a:prstGeom>
          <a:noFill/>
          <a:ln>
            <a:noFill/>
          </a:ln>
        </p:spPr>
        <p:txBody>
          <a:bodyPr spcFirstLastPara="1" wrap="square" lIns="121900" tIns="121900" rIns="121900" bIns="121900" anchor="t" anchorCtr="0">
            <a:normAutofit fontScale="57500" lnSpcReduction="20000"/>
          </a:bodyPr>
          <a:lstStyle/>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Variable Names</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The name of a variable can contain only letters (a to z or A to Z), numbers ( 0 to 9) or the underscore character ( _).</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By convention, Unix shell variables will have their names in UPPERCASE.</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The following examples are valid variable names :-</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_ARUN</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TOKEN_A</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VAR_1</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VAR_2</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ITEM</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N</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Read only variables- value can’t be changed</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readonly NAME</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Arrays</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array_name[index]=value</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E:- NAMES[0]= “HARI”</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      NAMES[1]=“ARUN”</a:t>
            </a:r>
            <a:endParaRPr lang="en-US">
              <a:latin typeface="Cambria" panose="02040503050406030204"/>
              <a:ea typeface="Cambria" panose="02040503050406030204"/>
              <a:cs typeface="Cambria" panose="02040503050406030204"/>
              <a:sym typeface="Cambria" panose="02040503050406030204"/>
            </a:endParaRPr>
          </a:p>
          <a:p>
            <a:pPr marL="914400" lvl="1" indent="-317500" algn="l" rtl="0">
              <a:lnSpc>
                <a:spcPct val="115000"/>
              </a:lnSpc>
              <a:spcBef>
                <a:spcPts val="0"/>
              </a:spcBef>
              <a:spcAft>
                <a:spcPts val="0"/>
              </a:spcAft>
              <a:buSzPct val="129000"/>
              <a:buChar char="○"/>
            </a:pPr>
            <a:r>
              <a:rPr lang="en-US">
                <a:latin typeface="Cambria" panose="02040503050406030204"/>
                <a:ea typeface="Cambria" panose="02040503050406030204"/>
                <a:cs typeface="Cambria" panose="02040503050406030204"/>
                <a:sym typeface="Cambria" panose="02040503050406030204"/>
              </a:rPr>
              <a:t>      echo ${NAMES[0]}</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ct val="129000"/>
              <a:buNone/>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sp>
        <p:nvSpPr>
          <p:cNvPr id="68" name="Google Shape;68;p15"/>
          <p:cNvSpPr txBox="1"/>
          <p:nvPr>
            <p:ph type="title"/>
          </p:nvPr>
        </p:nvSpPr>
        <p:spPr>
          <a:xfrm>
            <a:off x="377500" y="212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b="1">
                <a:latin typeface="Cambria" panose="02040503050406030204"/>
                <a:ea typeface="Cambria" panose="02040503050406030204"/>
                <a:cs typeface="Cambria" panose="02040503050406030204"/>
                <a:sym typeface="Cambria" panose="02040503050406030204"/>
              </a:rPr>
              <a:t>Input and Output statement</a:t>
            </a:r>
            <a:br>
              <a:rPr lang="en-US" b="1">
                <a:latin typeface="Cambria" panose="02040503050406030204"/>
                <a:ea typeface="Cambria" panose="02040503050406030204"/>
                <a:cs typeface="Cambria" panose="02040503050406030204"/>
                <a:sym typeface="Cambria" panose="02040503050406030204"/>
              </a:rPr>
            </a:br>
            <a:endParaRPr lang="en-US" b="1">
              <a:latin typeface="Cambria" panose="02040503050406030204"/>
              <a:ea typeface="Cambria" panose="02040503050406030204"/>
              <a:cs typeface="Cambria" panose="02040503050406030204"/>
              <a:sym typeface="Cambria" panose="02040503050406030204"/>
            </a:endParaRPr>
          </a:p>
        </p:txBody>
      </p:sp>
      <p:sp>
        <p:nvSpPr>
          <p:cNvPr id="69" name="Google Shape;69;p15"/>
          <p:cNvSpPr txBox="1"/>
          <p:nvPr/>
        </p:nvSpPr>
        <p:spPr>
          <a:xfrm>
            <a:off x="635001" y="823567"/>
            <a:ext cx="5934400" cy="5824855"/>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Cambria" panose="02040503050406030204"/>
                <a:ea typeface="Cambria" panose="02040503050406030204"/>
                <a:cs typeface="Cambria" panose="02040503050406030204"/>
                <a:sym typeface="Cambria" panose="02040503050406030204"/>
              </a:rPr>
              <a:t>Input statement</a:t>
            </a:r>
            <a:endParaRPr lang="en-US" sz="3200" b="1"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read variable_name</a:t>
            </a:r>
            <a:endParaRPr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Eg:- read PERSON</a:t>
            </a:r>
            <a:endPar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         read N</a:t>
            </a:r>
            <a:endPar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         read ITEM</a:t>
            </a:r>
            <a:endPar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1" i="0" u="none" strike="noStrike" cap="none">
                <a:solidFill>
                  <a:srgbClr val="000000"/>
                </a:solidFill>
                <a:latin typeface="Cambria" panose="02040503050406030204"/>
                <a:ea typeface="Cambria" panose="02040503050406030204"/>
                <a:cs typeface="Cambria" panose="02040503050406030204"/>
                <a:sym typeface="Cambria" panose="02040503050406030204"/>
              </a:rPr>
              <a:t>Assignment statement</a:t>
            </a:r>
            <a:endParaRPr lang="en-US" sz="3200" b="1"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variable_name = variable _value</a:t>
            </a:r>
            <a:endPar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Eg:- N=2</a:t>
            </a:r>
            <a:endPar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200" b="0" i="0" u="none" strike="noStrike" cap="none">
                <a:solidFill>
                  <a:srgbClr val="000000"/>
                </a:solidFill>
                <a:latin typeface="Cambria" panose="02040503050406030204"/>
                <a:ea typeface="Cambria" panose="02040503050406030204"/>
                <a:cs typeface="Cambria" panose="02040503050406030204"/>
                <a:sym typeface="Cambria" panose="02040503050406030204"/>
              </a:rPr>
              <a:t>         PERSON = rahul</a:t>
            </a:r>
            <a:endParaRPr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32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 name="Google Shape;70;p15"/>
          <p:cNvSpPr txBox="1"/>
          <p:nvPr/>
        </p:nvSpPr>
        <p:spPr>
          <a:xfrm>
            <a:off x="6667500" y="823567"/>
            <a:ext cx="5168900" cy="2995930"/>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3735" b="1" i="0" u="none" strike="noStrike" cap="none">
                <a:solidFill>
                  <a:srgbClr val="000000"/>
                </a:solidFill>
                <a:latin typeface="Cambria" panose="02040503050406030204"/>
                <a:ea typeface="Cambria" panose="02040503050406030204"/>
                <a:cs typeface="Cambria" panose="02040503050406030204"/>
                <a:sym typeface="Cambria" panose="02040503050406030204"/>
              </a:rPr>
              <a:t>Output statement</a:t>
            </a:r>
            <a:endParaRPr lang="en-US" sz="3735" b="1"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735" b="0" i="0" u="none" strike="noStrike" cap="none">
                <a:solidFill>
                  <a:srgbClr val="000000"/>
                </a:solidFill>
                <a:latin typeface="Cambria" panose="02040503050406030204"/>
                <a:ea typeface="Cambria" panose="02040503050406030204"/>
                <a:cs typeface="Cambria" panose="02040503050406030204"/>
                <a:sym typeface="Cambria" panose="02040503050406030204"/>
              </a:rPr>
              <a:t>echo “message”</a:t>
            </a:r>
            <a:endParaRPr lang="en-US" sz="373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735" b="0" i="0" u="none" strike="noStrike" cap="none">
                <a:solidFill>
                  <a:srgbClr val="000000"/>
                </a:solidFill>
                <a:latin typeface="Cambria" panose="02040503050406030204"/>
                <a:ea typeface="Cambria" panose="02040503050406030204"/>
                <a:cs typeface="Cambria" panose="02040503050406030204"/>
                <a:sym typeface="Cambria" panose="02040503050406030204"/>
              </a:rPr>
              <a:t>Eg:- echo “hello world”</a:t>
            </a:r>
            <a:endParaRPr lang="en-US" sz="373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3735" b="0" i="0" u="none" strike="noStrike" cap="none">
                <a:solidFill>
                  <a:srgbClr val="000000"/>
                </a:solidFill>
                <a:latin typeface="Cambria" panose="02040503050406030204"/>
                <a:ea typeface="Cambria" panose="02040503050406030204"/>
                <a:cs typeface="Cambria" panose="02040503050406030204"/>
                <a:sym typeface="Cambria" panose="02040503050406030204"/>
              </a:rPr>
              <a:t>echo $variable_name</a:t>
            </a:r>
            <a:endParaRPr sz="373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373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75" name="Google Shape;75;p16"/>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Printing</a:t>
            </a:r>
            <a:endParaRPr>
              <a:solidFill>
                <a:srgbClr val="FF0000"/>
              </a:solidFill>
            </a:endParaRPr>
          </a:p>
        </p:txBody>
      </p:sp>
      <p:sp>
        <p:nvSpPr>
          <p:cNvPr id="76" name="Google Shape;76;p16"/>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0"/>
              </a:spcAft>
              <a:buSzPts val="1800"/>
              <a:buNone/>
            </a:pPr>
            <a:r>
              <a:rPr lang="en-US" sz="3335">
                <a:solidFill>
                  <a:schemeClr val="dk1"/>
                </a:solidFill>
              </a:rPr>
              <a:t>Develop a shell script to display a message "Hello World".</a:t>
            </a:r>
            <a:endParaRPr sz="3335">
              <a:solidFill>
                <a:schemeClr val="dk1"/>
              </a:solidFill>
            </a:endParaRPr>
          </a:p>
          <a:p>
            <a:pPr marL="0" lvl="0" indent="0" algn="l" rtl="0">
              <a:lnSpc>
                <a:spcPct val="115000"/>
              </a:lnSpc>
              <a:spcBef>
                <a:spcPts val="1200"/>
              </a:spcBef>
              <a:spcAft>
                <a:spcPts val="1200"/>
              </a:spcAft>
              <a:buSzPts val="1800"/>
              <a:buNone/>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0" name="Shape 80"/>
        <p:cNvGrpSpPr/>
        <p:nvPr/>
      </p:nvGrpSpPr>
      <p:grpSpPr>
        <a:xfrm>
          <a:off x="0" y="0"/>
          <a:ext cx="0" cy="0"/>
          <a:chOff x="0" y="0"/>
          <a:chExt cx="0" cy="0"/>
        </a:xfrm>
      </p:grpSpPr>
      <p:sp>
        <p:nvSpPr>
          <p:cNvPr id="81" name="Google Shape;81;p17"/>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p>
        </p:txBody>
      </p:sp>
      <p:sp>
        <p:nvSpPr>
          <p:cNvPr id="82" name="Google Shape;82;p17"/>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sz="4535">
                <a:solidFill>
                  <a:srgbClr val="0000FF"/>
                </a:solidFill>
              </a:rPr>
              <a:t>#!/bin/bash</a:t>
            </a:r>
            <a:endParaRPr sz="4535">
              <a:solidFill>
                <a:srgbClr val="0000FF"/>
              </a:solidFill>
            </a:endParaRPr>
          </a:p>
          <a:p>
            <a:pPr marL="0" lvl="0" indent="0" algn="l" rtl="0">
              <a:lnSpc>
                <a:spcPct val="115000"/>
              </a:lnSpc>
              <a:spcBef>
                <a:spcPts val="1200"/>
              </a:spcBef>
              <a:spcAft>
                <a:spcPts val="1200"/>
              </a:spcAft>
              <a:buSzPts val="1800"/>
              <a:buNone/>
            </a:pPr>
            <a:r>
              <a:rPr lang="en-US" sz="4535">
                <a:solidFill>
                  <a:srgbClr val="FF0000"/>
                </a:solidFill>
              </a:rPr>
              <a:t>echo "Hello World"</a:t>
            </a:r>
            <a:endParaRPr sz="4535">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animEffect transition="in" filter="fade">
                                      <p:cBhvr>
                                        <p:cTn id="7" dur="1000"/>
                                        <p:tgtEl>
                                          <p:spTgt spid="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xEl>
                                              <p:pRg st="1" end="1"/>
                                            </p:txEl>
                                          </p:spTgt>
                                        </p:tgtEl>
                                        <p:attrNameLst>
                                          <p:attrName>style.visibility</p:attrName>
                                        </p:attrNameLst>
                                      </p:cBhvr>
                                      <p:to>
                                        <p:strVal val="visible"/>
                                      </p:to>
                                    </p:set>
                                    <p:animEffect transition="in" filter="fade">
                                      <p:cBhvr>
                                        <p:cTn id="12" dur="1000"/>
                                        <p:tgtEl>
                                          <p:spTgt spid="8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6" name="Shape 86"/>
        <p:cNvGrpSpPr/>
        <p:nvPr/>
      </p:nvGrpSpPr>
      <p:grpSpPr>
        <a:xfrm>
          <a:off x="0" y="0"/>
          <a:ext cx="0" cy="0"/>
          <a:chOff x="0" y="0"/>
          <a:chExt cx="0" cy="0"/>
        </a:xfrm>
      </p:grpSpPr>
      <p:sp>
        <p:nvSpPr>
          <p:cNvPr id="87" name="Google Shape;87;p18"/>
          <p:cNvSpPr txBox="1"/>
          <p:nvPr>
            <p:ph type="title"/>
          </p:nvPr>
        </p:nvSpPr>
        <p:spPr>
          <a:xfrm>
            <a:off x="415600" y="593367"/>
            <a:ext cx="3927800" cy="7636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2800"/>
              <a:buNone/>
            </a:pPr>
            <a:r>
              <a:rPr lang="en-US" sz="2400" b="1">
                <a:latin typeface="Cambria" panose="02040503050406030204"/>
                <a:ea typeface="Cambria" panose="02040503050406030204"/>
                <a:cs typeface="Cambria" panose="02040503050406030204"/>
                <a:sym typeface="Cambria" panose="02040503050406030204"/>
              </a:rPr>
              <a:t>Arithmetic operators</a:t>
            </a:r>
            <a:endParaRPr sz="2400" b="1">
              <a:latin typeface="Cambria" panose="02040503050406030204"/>
              <a:ea typeface="Cambria" panose="02040503050406030204"/>
              <a:cs typeface="Cambria" panose="02040503050406030204"/>
              <a:sym typeface="Cambria" panose="02040503050406030204"/>
            </a:endParaRPr>
          </a:p>
        </p:txBody>
      </p:sp>
      <p:sp>
        <p:nvSpPr>
          <p:cNvPr id="88" name="Google Shape;88;p18"/>
          <p:cNvSpPr txBox="1"/>
          <p:nvPr>
            <p:ph type="body" idx="1"/>
          </p:nvPr>
        </p:nvSpPr>
        <p:spPr>
          <a:xfrm>
            <a:off x="415600" y="1536633"/>
            <a:ext cx="3635700" cy="4555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Addition</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ts val="1800"/>
              <a:buFont typeface="Cambria" panose="02040503050406030204"/>
              <a:buChar char="-"/>
            </a:pPr>
            <a:r>
              <a:rPr lang="en-US">
                <a:latin typeface="Cambria" panose="02040503050406030204"/>
                <a:ea typeface="Cambria" panose="02040503050406030204"/>
                <a:cs typeface="Cambria" panose="02040503050406030204"/>
                <a:sym typeface="Cambria" panose="02040503050406030204"/>
              </a:rPr>
              <a:t>Subtraction</a:t>
            </a:r>
            <a:endParaRPr lang="en-US">
              <a:latin typeface="Cambria" panose="02040503050406030204"/>
              <a:ea typeface="Cambria" panose="02040503050406030204"/>
              <a:cs typeface="Cambria" panose="02040503050406030204"/>
              <a:sym typeface="Cambria" panose="02040503050406030204"/>
            </a:endParaRPr>
          </a:p>
          <a:p>
            <a:pPr marL="457200" lvl="0" indent="-342900" algn="l" rtl="0">
              <a:lnSpc>
                <a:spcPct val="115000"/>
              </a:lnSpc>
              <a:spcBef>
                <a:spcPts val="0"/>
              </a:spcBef>
              <a:spcAft>
                <a:spcPts val="0"/>
              </a:spcAft>
              <a:buSzPts val="1800"/>
              <a:buFont typeface="Arial" panose="020B0604020202020204"/>
              <a:buChar char="•"/>
            </a:pPr>
            <a:r>
              <a:rPr lang="en-US">
                <a:latin typeface="Cambria" panose="02040503050406030204"/>
                <a:ea typeface="Cambria" panose="02040503050406030204"/>
                <a:cs typeface="Cambria" panose="02040503050406030204"/>
                <a:sym typeface="Cambria" panose="02040503050406030204"/>
              </a:rPr>
              <a:t>Multiplication</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Division</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Modulus</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Assignment</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increment</a:t>
            </a:r>
            <a:endParaRPr lang="en-US">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a:latin typeface="Cambria" panose="02040503050406030204"/>
                <a:ea typeface="Cambria" panose="02040503050406030204"/>
                <a:cs typeface="Cambria" panose="02040503050406030204"/>
                <a:sym typeface="Cambria" panose="02040503050406030204"/>
              </a:rPr>
              <a:t>-- decrement</a:t>
            </a:r>
            <a:endParaRPr>
              <a:latin typeface="Cambria" panose="02040503050406030204"/>
              <a:ea typeface="Cambria" panose="02040503050406030204"/>
              <a:cs typeface="Cambria" panose="02040503050406030204"/>
              <a:sym typeface="Cambria" panose="02040503050406030204"/>
            </a:endParaRPr>
          </a:p>
        </p:txBody>
      </p:sp>
      <p:sp>
        <p:nvSpPr>
          <p:cNvPr id="89" name="Google Shape;89;p18"/>
          <p:cNvSpPr txBox="1"/>
          <p:nvPr/>
        </p:nvSpPr>
        <p:spPr>
          <a:xfrm>
            <a:off x="4838700" y="723900"/>
            <a:ext cx="3987800" cy="407670"/>
          </a:xfrm>
          <a:prstGeom prst="rect">
            <a:avLst/>
          </a:prstGeom>
          <a:noFill/>
          <a:ln>
            <a:noFill/>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1865" b="1" i="0" u="none" strike="noStrike" cap="none">
                <a:solidFill>
                  <a:srgbClr val="000000"/>
                </a:solidFill>
                <a:latin typeface="Cambria" panose="02040503050406030204"/>
                <a:ea typeface="Cambria" panose="02040503050406030204"/>
                <a:cs typeface="Cambria" panose="02040503050406030204"/>
                <a:sym typeface="Cambria" panose="02040503050406030204"/>
              </a:rPr>
              <a:t>Relational operators</a:t>
            </a:r>
            <a:endParaRPr sz="1865" b="1"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p:txBody>
      </p:sp>
      <p:sp>
        <p:nvSpPr>
          <p:cNvPr id="90" name="Google Shape;90;p18"/>
          <p:cNvSpPr txBox="1"/>
          <p:nvPr/>
        </p:nvSpPr>
        <p:spPr>
          <a:xfrm>
            <a:off x="4775200" y="1536633"/>
            <a:ext cx="3606800" cy="5003800"/>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1865" b="0" i="0" u="none" strike="noStrike" cap="none">
                <a:solidFill>
                  <a:srgbClr val="000000"/>
                </a:solidFill>
                <a:latin typeface="Arial" panose="020B0604020202020204"/>
                <a:ea typeface="Arial" panose="020B0604020202020204"/>
                <a:cs typeface="Arial" panose="020B0604020202020204"/>
                <a:sym typeface="Arial" panose="020B0604020202020204"/>
              </a:rPr>
              <a:t>-</a:t>
            </a: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eq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-ne    not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-gt     greater than</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-lt        less than</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-ge     greater than or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-le       less than or equal to </a:t>
            </a:r>
            <a:endParaRPr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            OR</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 not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&gt; Greater than</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&gt;= greater than or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&lt; less than</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rPr>
              <a:t>&lt;= less than or equal to</a:t>
            </a:r>
            <a:endParaRPr lang="en-US"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285750" marR="0" lvl="0" indent="-196850" algn="l" rtl="0">
              <a:lnSpc>
                <a:spcPct val="100000"/>
              </a:lnSpc>
              <a:spcBef>
                <a:spcPts val="0"/>
              </a:spcBef>
              <a:spcAft>
                <a:spcPts val="0"/>
              </a:spcAft>
              <a:buClr>
                <a:srgbClr val="000000"/>
              </a:buClr>
              <a:buSzPts val="1400"/>
              <a:buFont typeface="Noto Sans Symbols"/>
              <a:buNone/>
            </a:pPr>
            <a:endParaRPr sz="18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 name="Google Shape;91;p18"/>
          <p:cNvSpPr txBox="1"/>
          <p:nvPr/>
        </p:nvSpPr>
        <p:spPr>
          <a:xfrm>
            <a:off x="9359900" y="850900"/>
            <a:ext cx="2438400" cy="407670"/>
          </a:xfrm>
          <a:prstGeom prst="rect">
            <a:avLst/>
          </a:prstGeom>
          <a:noFill/>
          <a:ln>
            <a:noFill/>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1865" b="1" i="0" u="none" strike="noStrike" cap="none">
                <a:solidFill>
                  <a:srgbClr val="000000"/>
                </a:solidFill>
                <a:latin typeface="Cambria" panose="02040503050406030204"/>
                <a:ea typeface="Cambria" panose="02040503050406030204"/>
                <a:cs typeface="Cambria" panose="02040503050406030204"/>
                <a:sym typeface="Cambria" panose="02040503050406030204"/>
              </a:rPr>
              <a:t>Logical operators</a:t>
            </a:r>
            <a:endParaRPr sz="1865" b="1"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p:txBody>
      </p:sp>
      <p:sp>
        <p:nvSpPr>
          <p:cNvPr id="92" name="Google Shape;92;p18"/>
          <p:cNvSpPr txBox="1"/>
          <p:nvPr/>
        </p:nvSpPr>
        <p:spPr>
          <a:xfrm>
            <a:off x="8661400" y="1536633"/>
            <a:ext cx="3035300" cy="3075305"/>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 logical negation</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-o logical OR</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-a logical AND</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endParaRPr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OR</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 Logical negation</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 logical OR</a:t>
            </a:r>
            <a:endPar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Cambria" panose="02040503050406030204"/>
                <a:ea typeface="Cambria" panose="02040503050406030204"/>
                <a:cs typeface="Cambria" panose="02040503050406030204"/>
                <a:sym typeface="Cambria" panose="02040503050406030204"/>
              </a:rPr>
              <a:t>&amp;&amp; logical AND</a:t>
            </a:r>
            <a:endParaRPr sz="2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19"/>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Computations</a:t>
            </a:r>
            <a:endParaRPr>
              <a:solidFill>
                <a:srgbClr val="FF0000"/>
              </a:solidFill>
            </a:endParaRPr>
          </a:p>
        </p:txBody>
      </p:sp>
      <p:sp>
        <p:nvSpPr>
          <p:cNvPr id="98" name="Google Shape;98;p19"/>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find the sum of two numbers.</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Effect transition="in" filter="fade">
                                      <p:cBhvr>
                                        <p:cTn id="7" dur="1000"/>
                                        <p:tgtEl>
                                          <p:spTgt spid="98">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p>
        </p:txBody>
      </p:sp>
      <p:sp>
        <p:nvSpPr>
          <p:cNvPr id="104" name="Google Shape;104;p20"/>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fontScale="85000" lnSpcReduction="10000"/>
          </a:bodyPr>
          <a:lstStyle/>
          <a:p>
            <a:pPr marL="0" lvl="0" indent="0" algn="l" rtl="0">
              <a:lnSpc>
                <a:spcPct val="115000"/>
              </a:lnSpc>
              <a:spcBef>
                <a:spcPts val="0"/>
              </a:spcBef>
              <a:spcAft>
                <a:spcPts val="0"/>
              </a:spcAft>
              <a:buSzPct val="85000"/>
              <a:buNone/>
            </a:pPr>
            <a:r>
              <a:rPr lang="en-US" sz="3335"/>
              <a:t>#!/bin/bash</a:t>
            </a:r>
            <a:endParaRPr sz="3335"/>
          </a:p>
          <a:p>
            <a:pPr marL="0" lvl="0" indent="0" algn="l" rtl="0">
              <a:lnSpc>
                <a:spcPct val="115000"/>
              </a:lnSpc>
              <a:spcBef>
                <a:spcPts val="1200"/>
              </a:spcBef>
              <a:spcAft>
                <a:spcPts val="0"/>
              </a:spcAft>
              <a:buSzPct val="85000"/>
              <a:buNone/>
            </a:pPr>
            <a:r>
              <a:rPr lang="en-US" sz="3335"/>
              <a:t>echo "Enter first number"</a:t>
            </a:r>
            <a:endParaRPr sz="3335"/>
          </a:p>
          <a:p>
            <a:pPr marL="0" lvl="0" indent="0" algn="l" rtl="0">
              <a:lnSpc>
                <a:spcPct val="115000"/>
              </a:lnSpc>
              <a:spcBef>
                <a:spcPts val="1200"/>
              </a:spcBef>
              <a:spcAft>
                <a:spcPts val="0"/>
              </a:spcAft>
              <a:buSzPct val="85000"/>
              <a:buNone/>
            </a:pPr>
            <a:r>
              <a:rPr lang="en-US" sz="3335">
                <a:solidFill>
                  <a:srgbClr val="FF0000"/>
                </a:solidFill>
              </a:rPr>
              <a:t>read n1</a:t>
            </a:r>
            <a:endParaRPr sz="3335">
              <a:solidFill>
                <a:srgbClr val="FF0000"/>
              </a:solidFill>
            </a:endParaRPr>
          </a:p>
          <a:p>
            <a:pPr marL="0" lvl="0" indent="0" algn="l" rtl="0">
              <a:lnSpc>
                <a:spcPct val="115000"/>
              </a:lnSpc>
              <a:spcBef>
                <a:spcPts val="1200"/>
              </a:spcBef>
              <a:spcAft>
                <a:spcPts val="0"/>
              </a:spcAft>
              <a:buSzPct val="85000"/>
              <a:buNone/>
            </a:pPr>
            <a:r>
              <a:rPr lang="en-US" sz="3335"/>
              <a:t>echo "Enter second number"</a:t>
            </a:r>
            <a:endParaRPr sz="3335"/>
          </a:p>
          <a:p>
            <a:pPr marL="0" lvl="0" indent="0" algn="l" rtl="0">
              <a:lnSpc>
                <a:spcPct val="115000"/>
              </a:lnSpc>
              <a:spcBef>
                <a:spcPts val="1200"/>
              </a:spcBef>
              <a:spcAft>
                <a:spcPts val="0"/>
              </a:spcAft>
              <a:buSzPct val="85000"/>
              <a:buNone/>
            </a:pPr>
            <a:r>
              <a:rPr lang="en-US" sz="3335"/>
              <a:t>read n2</a:t>
            </a:r>
            <a:endParaRPr sz="3335"/>
          </a:p>
          <a:p>
            <a:pPr marL="0" lvl="0" indent="0" algn="l" rtl="0">
              <a:lnSpc>
                <a:spcPct val="115000"/>
              </a:lnSpc>
              <a:spcBef>
                <a:spcPts val="1200"/>
              </a:spcBef>
              <a:spcAft>
                <a:spcPts val="0"/>
              </a:spcAft>
              <a:buSzPct val="85000"/>
              <a:buNone/>
            </a:pPr>
            <a:r>
              <a:rPr lang="en-US" sz="3335">
                <a:solidFill>
                  <a:srgbClr val="FF0000"/>
                </a:solidFill>
              </a:rPr>
              <a:t>s=$((n1 + n2))</a:t>
            </a:r>
            <a:endParaRPr sz="3335">
              <a:solidFill>
                <a:srgbClr val="FF0000"/>
              </a:solidFill>
            </a:endParaRPr>
          </a:p>
          <a:p>
            <a:pPr marL="0" lvl="0" indent="0" algn="l" rtl="0">
              <a:lnSpc>
                <a:spcPct val="115000"/>
              </a:lnSpc>
              <a:spcBef>
                <a:spcPts val="1200"/>
              </a:spcBef>
              <a:spcAft>
                <a:spcPts val="1200"/>
              </a:spcAft>
              <a:buSzPct val="85000"/>
              <a:buNone/>
            </a:pPr>
            <a:r>
              <a:rPr lang="en-US" sz="3335">
                <a:solidFill>
                  <a:srgbClr val="0000FF"/>
                </a:solidFill>
              </a:rPr>
              <a:t>echo "Sum of $n1 and $n2 is $s"</a:t>
            </a:r>
            <a:endParaRPr sz="3335">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
                                            <p:txEl>
                                              <p:pRg st="1" end="1"/>
                                            </p:txEl>
                                          </p:spTgt>
                                        </p:tgtEl>
                                        <p:attrNameLst>
                                          <p:attrName>style.visibility</p:attrName>
                                        </p:attrNameLst>
                                      </p:cBhvr>
                                      <p:to>
                                        <p:strVal val="visible"/>
                                      </p:to>
                                    </p:set>
                                    <p:animEffect transition="in" filter="fade">
                                      <p:cBhvr>
                                        <p:cTn id="12" dur="1000"/>
                                        <p:tgtEl>
                                          <p:spTgt spid="1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
                                            <p:txEl>
                                              <p:pRg st="2" end="2"/>
                                            </p:txEl>
                                          </p:spTgt>
                                        </p:tgtEl>
                                        <p:attrNameLst>
                                          <p:attrName>style.visibility</p:attrName>
                                        </p:attrNameLst>
                                      </p:cBhvr>
                                      <p:to>
                                        <p:strVal val="visible"/>
                                      </p:to>
                                    </p:set>
                                    <p:animEffect transition="in" filter="fade">
                                      <p:cBhvr>
                                        <p:cTn id="17" dur="1000"/>
                                        <p:tgtEl>
                                          <p:spTgt spid="1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
                                            <p:txEl>
                                              <p:pRg st="3" end="3"/>
                                            </p:txEl>
                                          </p:spTgt>
                                        </p:tgtEl>
                                        <p:attrNameLst>
                                          <p:attrName>style.visibility</p:attrName>
                                        </p:attrNameLst>
                                      </p:cBhvr>
                                      <p:to>
                                        <p:strVal val="visible"/>
                                      </p:to>
                                    </p:set>
                                    <p:animEffect transition="in" filter="fade">
                                      <p:cBhvr>
                                        <p:cTn id="22" dur="1000"/>
                                        <p:tgtEl>
                                          <p:spTgt spid="1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
                                            <p:txEl>
                                              <p:pRg st="4" end="4"/>
                                            </p:txEl>
                                          </p:spTgt>
                                        </p:tgtEl>
                                        <p:attrNameLst>
                                          <p:attrName>style.visibility</p:attrName>
                                        </p:attrNameLst>
                                      </p:cBhvr>
                                      <p:to>
                                        <p:strVal val="visible"/>
                                      </p:to>
                                    </p:set>
                                    <p:animEffect transition="in" filter="fade">
                                      <p:cBhvr>
                                        <p:cTn id="27" dur="1000"/>
                                        <p:tgtEl>
                                          <p:spTgt spid="1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
                                            <p:txEl>
                                              <p:pRg st="5" end="5"/>
                                            </p:txEl>
                                          </p:spTgt>
                                        </p:tgtEl>
                                        <p:attrNameLst>
                                          <p:attrName>style.visibility</p:attrName>
                                        </p:attrNameLst>
                                      </p:cBhvr>
                                      <p:to>
                                        <p:strVal val="visible"/>
                                      </p:to>
                                    </p:set>
                                    <p:animEffect transition="in" filter="fade">
                                      <p:cBhvr>
                                        <p:cTn id="32" dur="1000"/>
                                        <p:tgtEl>
                                          <p:spTgt spid="1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4">
                                            <p:txEl>
                                              <p:pRg st="6" end="6"/>
                                            </p:txEl>
                                          </p:spTgt>
                                        </p:tgtEl>
                                        <p:attrNameLst>
                                          <p:attrName>style.visibility</p:attrName>
                                        </p:attrNameLst>
                                      </p:cBhvr>
                                      <p:to>
                                        <p:strVal val="visible"/>
                                      </p:to>
                                    </p:set>
                                    <p:animEffect transition="in" filter="fade">
                                      <p:cBhvr>
                                        <p:cTn id="37" dur="1000"/>
                                        <p:tgtEl>
                                          <p:spTgt spid="104">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t>Another method</a:t>
            </a:r>
            <a:endParaRPr lang="en-US"/>
          </a:p>
        </p:txBody>
      </p:sp>
      <p:sp>
        <p:nvSpPr>
          <p:cNvPr id="110" name="Google Shape;110;p21"/>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fontScale="85000" lnSpcReduction="10000"/>
          </a:bodyPr>
          <a:lstStyle/>
          <a:p>
            <a:pPr marL="0" lvl="0" indent="0" algn="l" rtl="0">
              <a:lnSpc>
                <a:spcPct val="115000"/>
              </a:lnSpc>
              <a:spcBef>
                <a:spcPts val="0"/>
              </a:spcBef>
              <a:spcAft>
                <a:spcPts val="0"/>
              </a:spcAft>
              <a:buSzPct val="85000"/>
              <a:buNone/>
            </a:pPr>
            <a:r>
              <a:rPr lang="en-US" sz="3335"/>
              <a:t>#!/bin/bash</a:t>
            </a:r>
            <a:endParaRPr sz="3335"/>
          </a:p>
          <a:p>
            <a:pPr marL="0" lvl="0" indent="0" algn="l" rtl="0">
              <a:lnSpc>
                <a:spcPct val="115000"/>
              </a:lnSpc>
              <a:spcBef>
                <a:spcPts val="1200"/>
              </a:spcBef>
              <a:spcAft>
                <a:spcPts val="0"/>
              </a:spcAft>
              <a:buSzPct val="85000"/>
              <a:buNone/>
            </a:pPr>
            <a:r>
              <a:rPr lang="en-US" sz="3335"/>
              <a:t>echo "Enter first number"</a:t>
            </a:r>
            <a:endParaRPr sz="3335"/>
          </a:p>
          <a:p>
            <a:pPr marL="0" lvl="0" indent="0" algn="l" rtl="0">
              <a:lnSpc>
                <a:spcPct val="115000"/>
              </a:lnSpc>
              <a:spcBef>
                <a:spcPts val="1200"/>
              </a:spcBef>
              <a:spcAft>
                <a:spcPts val="0"/>
              </a:spcAft>
              <a:buSzPct val="85000"/>
              <a:buNone/>
            </a:pPr>
            <a:r>
              <a:rPr lang="en-US" sz="3335"/>
              <a:t>read n1</a:t>
            </a:r>
            <a:endParaRPr sz="3335"/>
          </a:p>
          <a:p>
            <a:pPr marL="0" lvl="0" indent="0" algn="l" rtl="0">
              <a:lnSpc>
                <a:spcPct val="115000"/>
              </a:lnSpc>
              <a:spcBef>
                <a:spcPts val="1200"/>
              </a:spcBef>
              <a:spcAft>
                <a:spcPts val="0"/>
              </a:spcAft>
              <a:buSzPct val="85000"/>
              <a:buNone/>
            </a:pPr>
            <a:r>
              <a:rPr lang="en-US" sz="3335"/>
              <a:t>echo "Enter second number"</a:t>
            </a:r>
            <a:endParaRPr sz="3335"/>
          </a:p>
          <a:p>
            <a:pPr marL="0" lvl="0" indent="0" algn="l" rtl="0">
              <a:lnSpc>
                <a:spcPct val="115000"/>
              </a:lnSpc>
              <a:spcBef>
                <a:spcPts val="1200"/>
              </a:spcBef>
              <a:spcAft>
                <a:spcPts val="0"/>
              </a:spcAft>
              <a:buSzPct val="85000"/>
              <a:buNone/>
            </a:pPr>
            <a:r>
              <a:rPr lang="en-US" sz="3335"/>
              <a:t>read n2</a:t>
            </a:r>
            <a:endParaRPr sz="3335"/>
          </a:p>
          <a:p>
            <a:pPr marL="0" lvl="0" indent="0" algn="l" rtl="0">
              <a:lnSpc>
                <a:spcPct val="115000"/>
              </a:lnSpc>
              <a:spcBef>
                <a:spcPts val="1200"/>
              </a:spcBef>
              <a:spcAft>
                <a:spcPts val="0"/>
              </a:spcAft>
              <a:buSzPct val="85000"/>
              <a:buNone/>
            </a:pPr>
            <a:r>
              <a:rPr lang="en-US" sz="3335">
                <a:solidFill>
                  <a:srgbClr val="FF0000"/>
                </a:solidFill>
              </a:rPr>
              <a:t>s=`expr $n1 + $n2`</a:t>
            </a:r>
            <a:endParaRPr sz="3335">
              <a:solidFill>
                <a:srgbClr val="FF0000"/>
              </a:solidFill>
            </a:endParaRPr>
          </a:p>
          <a:p>
            <a:pPr marL="0" lvl="0" indent="0" algn="l" rtl="0">
              <a:lnSpc>
                <a:spcPct val="115000"/>
              </a:lnSpc>
              <a:spcBef>
                <a:spcPts val="1200"/>
              </a:spcBef>
              <a:spcAft>
                <a:spcPts val="1200"/>
              </a:spcAft>
              <a:buSzPct val="85000"/>
              <a:buNone/>
            </a:pPr>
            <a:r>
              <a:rPr lang="en-US" sz="3335"/>
              <a:t>echo "Sum of $n1 and $n2 is $s"</a:t>
            </a:r>
            <a:endParaRPr sz="333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animEffect transition="in" filter="fade">
                                      <p:cBhvr>
                                        <p:cTn id="7" dur="1000"/>
                                        <p:tgtEl>
                                          <p:spTgt spid="1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
                                            <p:txEl>
                                              <p:pRg st="1" end="1"/>
                                            </p:txEl>
                                          </p:spTgt>
                                        </p:tgtEl>
                                        <p:attrNameLst>
                                          <p:attrName>style.visibility</p:attrName>
                                        </p:attrNameLst>
                                      </p:cBhvr>
                                      <p:to>
                                        <p:strVal val="visible"/>
                                      </p:to>
                                    </p:set>
                                    <p:animEffect transition="in" filter="fade">
                                      <p:cBhvr>
                                        <p:cTn id="12" dur="1000"/>
                                        <p:tgtEl>
                                          <p:spTgt spid="1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
                                            <p:txEl>
                                              <p:pRg st="2" end="2"/>
                                            </p:txEl>
                                          </p:spTgt>
                                        </p:tgtEl>
                                        <p:attrNameLst>
                                          <p:attrName>style.visibility</p:attrName>
                                        </p:attrNameLst>
                                      </p:cBhvr>
                                      <p:to>
                                        <p:strVal val="visible"/>
                                      </p:to>
                                    </p:set>
                                    <p:animEffect transition="in" filter="fade">
                                      <p:cBhvr>
                                        <p:cTn id="17" dur="1000"/>
                                        <p:tgtEl>
                                          <p:spTgt spid="1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
                                            <p:txEl>
                                              <p:pRg st="3" end="3"/>
                                            </p:txEl>
                                          </p:spTgt>
                                        </p:tgtEl>
                                        <p:attrNameLst>
                                          <p:attrName>style.visibility</p:attrName>
                                        </p:attrNameLst>
                                      </p:cBhvr>
                                      <p:to>
                                        <p:strVal val="visible"/>
                                      </p:to>
                                    </p:set>
                                    <p:animEffect transition="in" filter="fade">
                                      <p:cBhvr>
                                        <p:cTn id="22" dur="1000"/>
                                        <p:tgtEl>
                                          <p:spTgt spid="1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
                                            <p:txEl>
                                              <p:pRg st="4" end="4"/>
                                            </p:txEl>
                                          </p:spTgt>
                                        </p:tgtEl>
                                        <p:attrNameLst>
                                          <p:attrName>style.visibility</p:attrName>
                                        </p:attrNameLst>
                                      </p:cBhvr>
                                      <p:to>
                                        <p:strVal val="visible"/>
                                      </p:to>
                                    </p:set>
                                    <p:animEffect transition="in" filter="fade">
                                      <p:cBhvr>
                                        <p:cTn id="27" dur="1000"/>
                                        <p:tgtEl>
                                          <p:spTgt spid="1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0">
                                            <p:txEl>
                                              <p:pRg st="5" end="5"/>
                                            </p:txEl>
                                          </p:spTgt>
                                        </p:tgtEl>
                                        <p:attrNameLst>
                                          <p:attrName>style.visibility</p:attrName>
                                        </p:attrNameLst>
                                      </p:cBhvr>
                                      <p:to>
                                        <p:strVal val="visible"/>
                                      </p:to>
                                    </p:set>
                                    <p:animEffect transition="in" filter="fade">
                                      <p:cBhvr>
                                        <p:cTn id="32" dur="1000"/>
                                        <p:tgtEl>
                                          <p:spTgt spid="1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
                                            <p:txEl>
                                              <p:pRg st="6" end="6"/>
                                            </p:txEl>
                                          </p:spTgt>
                                        </p:tgtEl>
                                        <p:attrNameLst>
                                          <p:attrName>style.visibility</p:attrName>
                                        </p:attrNameLst>
                                      </p:cBhvr>
                                      <p:to>
                                        <p:strVal val="visible"/>
                                      </p:to>
                                    </p:set>
                                    <p:animEffect transition="in" filter="fade">
                                      <p:cBhvr>
                                        <p:cTn id="37" dur="1000"/>
                                        <p:tgtEl>
                                          <p:spTgt spid="110">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415600" y="136167"/>
            <a:ext cx="11360800" cy="536933"/>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if else</a:t>
            </a:r>
            <a:endParaRPr>
              <a:solidFill>
                <a:srgbClr val="FF0000"/>
              </a:solidFill>
            </a:endParaRPr>
          </a:p>
        </p:txBody>
      </p:sp>
      <p:sp>
        <p:nvSpPr>
          <p:cNvPr id="116" name="Google Shape;116;p22"/>
          <p:cNvSpPr txBox="1"/>
          <p:nvPr>
            <p:ph type="body" idx="1"/>
          </p:nvPr>
        </p:nvSpPr>
        <p:spPr>
          <a:xfrm>
            <a:off x="415600" y="1168400"/>
            <a:ext cx="5147000" cy="4961533"/>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fontScale="25000" lnSpcReduction="20000"/>
          </a:bodyPr>
          <a:lstStyle/>
          <a:p>
            <a:pPr marL="457200" lvl="0" indent="-342900" algn="l" rtl="0">
              <a:lnSpc>
                <a:spcPct val="115000"/>
              </a:lnSpc>
              <a:spcBef>
                <a:spcPts val="0"/>
              </a:spcBef>
              <a:spcAft>
                <a:spcPts val="0"/>
              </a:spcAft>
              <a:buSzPct val="100000"/>
              <a:buChar char="●"/>
            </a:pPr>
            <a:r>
              <a:rPr lang="en-US" sz="9600" b="1"/>
              <a:t>if...fi statement</a:t>
            </a:r>
            <a:endParaRPr lang="en-US" sz="9600" b="1"/>
          </a:p>
          <a:p>
            <a:pPr marL="596900" lvl="1" indent="0" algn="l" rtl="0">
              <a:lnSpc>
                <a:spcPct val="115000"/>
              </a:lnSpc>
              <a:spcBef>
                <a:spcPts val="0"/>
              </a:spcBef>
              <a:spcAft>
                <a:spcPts val="0"/>
              </a:spcAft>
              <a:buSzPct val="78000"/>
              <a:buNone/>
            </a:pPr>
            <a:r>
              <a:rPr lang="en-US" sz="9600"/>
              <a:t>if [ expression]</a:t>
            </a:r>
            <a:endParaRPr lang="en-US" sz="9600"/>
          </a:p>
          <a:p>
            <a:pPr marL="596900" lvl="1" indent="0" algn="l" rtl="0">
              <a:lnSpc>
                <a:spcPct val="115000"/>
              </a:lnSpc>
              <a:spcBef>
                <a:spcPts val="0"/>
              </a:spcBef>
              <a:spcAft>
                <a:spcPts val="0"/>
              </a:spcAft>
              <a:buSzPct val="78000"/>
              <a:buNone/>
            </a:pPr>
            <a:r>
              <a:rPr lang="en-US" sz="9600"/>
              <a:t>then</a:t>
            </a:r>
            <a:endParaRPr lang="en-US" sz="9600"/>
          </a:p>
          <a:p>
            <a:pPr marL="596900" lvl="1" indent="0" algn="l" rtl="0">
              <a:lnSpc>
                <a:spcPct val="115000"/>
              </a:lnSpc>
              <a:spcBef>
                <a:spcPts val="0"/>
              </a:spcBef>
              <a:spcAft>
                <a:spcPts val="0"/>
              </a:spcAft>
              <a:buSzPct val="78000"/>
              <a:buNone/>
            </a:pPr>
            <a:r>
              <a:rPr lang="en-US" sz="9600"/>
              <a:t> statements</a:t>
            </a:r>
            <a:endParaRPr lang="en-US" sz="9600"/>
          </a:p>
          <a:p>
            <a:pPr marL="596900" lvl="1" indent="0" algn="l" rtl="0">
              <a:lnSpc>
                <a:spcPct val="115000"/>
              </a:lnSpc>
              <a:spcBef>
                <a:spcPts val="0"/>
              </a:spcBef>
              <a:spcAft>
                <a:spcPts val="0"/>
              </a:spcAft>
              <a:buSzPct val="78000"/>
              <a:buNone/>
            </a:pPr>
            <a:r>
              <a:rPr lang="en-US" sz="9600"/>
              <a:t>fi</a:t>
            </a:r>
            <a:endParaRPr sz="9600"/>
          </a:p>
          <a:p>
            <a:pPr marL="457200" lvl="0" indent="-342900" algn="l" rtl="0">
              <a:lnSpc>
                <a:spcPct val="115000"/>
              </a:lnSpc>
              <a:spcBef>
                <a:spcPts val="0"/>
              </a:spcBef>
              <a:spcAft>
                <a:spcPts val="0"/>
              </a:spcAft>
              <a:buSzPct val="100000"/>
              <a:buChar char="●"/>
            </a:pPr>
            <a:r>
              <a:rPr lang="en-US" sz="9600" b="1"/>
              <a:t>if...else...fi statement</a:t>
            </a:r>
            <a:endParaRPr lang="en-US" sz="9600" b="1"/>
          </a:p>
          <a:p>
            <a:pPr marL="596900" lvl="1" indent="0" algn="l" rtl="0">
              <a:lnSpc>
                <a:spcPct val="115000"/>
              </a:lnSpc>
              <a:spcBef>
                <a:spcPts val="0"/>
              </a:spcBef>
              <a:spcAft>
                <a:spcPts val="0"/>
              </a:spcAft>
              <a:buSzPct val="78000"/>
              <a:buNone/>
            </a:pPr>
            <a:r>
              <a:rPr lang="en-US" sz="9600"/>
              <a:t>if [ expression]</a:t>
            </a:r>
            <a:endParaRPr lang="en-US" sz="9600"/>
          </a:p>
          <a:p>
            <a:pPr marL="596900" lvl="1" indent="0" algn="l" rtl="0">
              <a:lnSpc>
                <a:spcPct val="115000"/>
              </a:lnSpc>
              <a:spcBef>
                <a:spcPts val="0"/>
              </a:spcBef>
              <a:spcAft>
                <a:spcPts val="0"/>
              </a:spcAft>
              <a:buSzPct val="78000"/>
              <a:buNone/>
            </a:pPr>
            <a:r>
              <a:rPr lang="en-US" sz="9600"/>
              <a:t>then </a:t>
            </a:r>
            <a:endParaRPr lang="en-US" sz="9600"/>
          </a:p>
          <a:p>
            <a:pPr marL="596900" lvl="1" indent="0" algn="l" rtl="0">
              <a:lnSpc>
                <a:spcPct val="115000"/>
              </a:lnSpc>
              <a:spcBef>
                <a:spcPts val="0"/>
              </a:spcBef>
              <a:spcAft>
                <a:spcPts val="0"/>
              </a:spcAft>
              <a:buSzPct val="78000"/>
              <a:buNone/>
            </a:pPr>
            <a:r>
              <a:rPr lang="en-US" sz="9600"/>
              <a:t>	statements</a:t>
            </a:r>
            <a:endParaRPr lang="en-US" sz="9600"/>
          </a:p>
          <a:p>
            <a:pPr marL="596900" lvl="1" indent="0" algn="l" rtl="0">
              <a:lnSpc>
                <a:spcPct val="115000"/>
              </a:lnSpc>
              <a:spcBef>
                <a:spcPts val="0"/>
              </a:spcBef>
              <a:spcAft>
                <a:spcPts val="0"/>
              </a:spcAft>
              <a:buSzPct val="78000"/>
              <a:buNone/>
            </a:pPr>
            <a:r>
              <a:rPr lang="en-US" sz="9600"/>
              <a:t>else</a:t>
            </a:r>
            <a:endParaRPr lang="en-US" sz="9600"/>
          </a:p>
          <a:p>
            <a:pPr marL="596900" lvl="1" indent="0" algn="l" rtl="0">
              <a:lnSpc>
                <a:spcPct val="115000"/>
              </a:lnSpc>
              <a:spcBef>
                <a:spcPts val="0"/>
              </a:spcBef>
              <a:spcAft>
                <a:spcPts val="0"/>
              </a:spcAft>
              <a:buSzPct val="78000"/>
              <a:buNone/>
            </a:pPr>
            <a:r>
              <a:rPr lang="en-US" sz="9600"/>
              <a:t>         statements</a:t>
            </a:r>
            <a:endParaRPr lang="en-US" sz="9600"/>
          </a:p>
          <a:p>
            <a:pPr marL="596900" lvl="1" indent="0" algn="l" rtl="0">
              <a:lnSpc>
                <a:spcPct val="115000"/>
              </a:lnSpc>
              <a:spcBef>
                <a:spcPts val="0"/>
              </a:spcBef>
              <a:spcAft>
                <a:spcPts val="0"/>
              </a:spcAft>
              <a:buSzPct val="78000"/>
              <a:buNone/>
            </a:pPr>
            <a:r>
              <a:rPr lang="en-US" sz="9600"/>
              <a:t>fi</a:t>
            </a:r>
            <a:endParaRPr sz="9600"/>
          </a:p>
          <a:p>
            <a:pPr marL="0" lvl="0" indent="0" algn="l" rtl="0">
              <a:lnSpc>
                <a:spcPct val="115000"/>
              </a:lnSpc>
              <a:spcBef>
                <a:spcPts val="0"/>
              </a:spcBef>
              <a:spcAft>
                <a:spcPts val="0"/>
              </a:spcAft>
              <a:buSzPct val="288000"/>
              <a:buNone/>
            </a:pPr>
            <a:endParaRPr sz="3335">
              <a:solidFill>
                <a:schemeClr val="dk1"/>
              </a:solidFill>
            </a:endParaRPr>
          </a:p>
          <a:p>
            <a:pPr marL="0" lvl="0" indent="0" algn="l" rtl="0">
              <a:lnSpc>
                <a:spcPct val="115000"/>
              </a:lnSpc>
              <a:spcBef>
                <a:spcPts val="1200"/>
              </a:spcBef>
              <a:spcAft>
                <a:spcPts val="0"/>
              </a:spcAft>
              <a:buSzPct val="288000"/>
              <a:buNone/>
            </a:pPr>
            <a:endParaRPr sz="3335">
              <a:solidFill>
                <a:schemeClr val="dk1"/>
              </a:solidFill>
            </a:endParaRPr>
          </a:p>
          <a:p>
            <a:pPr marL="0" lvl="0" indent="0" algn="l" rtl="0">
              <a:lnSpc>
                <a:spcPct val="115000"/>
              </a:lnSpc>
              <a:spcBef>
                <a:spcPts val="1200"/>
              </a:spcBef>
              <a:spcAft>
                <a:spcPts val="1200"/>
              </a:spcAft>
              <a:buSzPct val="288000"/>
              <a:buNone/>
            </a:pPr>
            <a:r>
              <a:rPr lang="en-US" sz="3335">
                <a:solidFill>
                  <a:schemeClr val="dk1"/>
                </a:solidFill>
              </a:rPr>
              <a:t>Develop a shell script to check if a number is odd or even.</a:t>
            </a:r>
            <a:endParaRPr sz="4535">
              <a:solidFill>
                <a:schemeClr val="dk1"/>
              </a:solidFill>
            </a:endParaRPr>
          </a:p>
        </p:txBody>
      </p:sp>
      <p:sp>
        <p:nvSpPr>
          <p:cNvPr id="117" name="Google Shape;117;p22"/>
          <p:cNvSpPr txBox="1"/>
          <p:nvPr/>
        </p:nvSpPr>
        <p:spPr>
          <a:xfrm>
            <a:off x="6096000" y="1066800"/>
            <a:ext cx="5397500" cy="5619750"/>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rPr>
              <a:t>if...elif...else...fi statement</a:t>
            </a:r>
            <a:endPar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if [expression 1]</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then</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     Statements</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elif[expression 2]</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then</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     statements</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elif[expression 3]</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then </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      statements</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else</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     statements</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fi</a:t>
            </a:r>
            <a:endPar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animEffect transition="in" filter="fade">
                                      <p:cBhvr>
                                        <p:cTn id="7" dur="1000"/>
                                        <p:tgtEl>
                                          <p:spTgt spid="1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
                                            <p:txEl>
                                              <p:pRg st="1" end="1"/>
                                            </p:txEl>
                                          </p:spTgt>
                                        </p:tgtEl>
                                        <p:attrNameLst>
                                          <p:attrName>style.visibility</p:attrName>
                                        </p:attrNameLst>
                                      </p:cBhvr>
                                      <p:to>
                                        <p:strVal val="visible"/>
                                      </p:to>
                                    </p:set>
                                    <p:animEffect transition="in" filter="fade">
                                      <p:cBhvr>
                                        <p:cTn id="12" dur="1000"/>
                                        <p:tgtEl>
                                          <p:spTgt spid="1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
                                            <p:txEl>
                                              <p:pRg st="2" end="2"/>
                                            </p:txEl>
                                          </p:spTgt>
                                        </p:tgtEl>
                                        <p:attrNameLst>
                                          <p:attrName>style.visibility</p:attrName>
                                        </p:attrNameLst>
                                      </p:cBhvr>
                                      <p:to>
                                        <p:strVal val="visible"/>
                                      </p:to>
                                    </p:set>
                                    <p:animEffect transition="in" filter="fade">
                                      <p:cBhvr>
                                        <p:cTn id="17" dur="1000"/>
                                        <p:tgtEl>
                                          <p:spTgt spid="1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6">
                                            <p:txEl>
                                              <p:pRg st="3" end="3"/>
                                            </p:txEl>
                                          </p:spTgt>
                                        </p:tgtEl>
                                        <p:attrNameLst>
                                          <p:attrName>style.visibility</p:attrName>
                                        </p:attrNameLst>
                                      </p:cBhvr>
                                      <p:to>
                                        <p:strVal val="visible"/>
                                      </p:to>
                                    </p:set>
                                    <p:animEffect transition="in" filter="fade">
                                      <p:cBhvr>
                                        <p:cTn id="22" dur="1000"/>
                                        <p:tgtEl>
                                          <p:spTgt spid="1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6">
                                            <p:txEl>
                                              <p:pRg st="4" end="4"/>
                                            </p:txEl>
                                          </p:spTgt>
                                        </p:tgtEl>
                                        <p:attrNameLst>
                                          <p:attrName>style.visibility</p:attrName>
                                        </p:attrNameLst>
                                      </p:cBhvr>
                                      <p:to>
                                        <p:strVal val="visible"/>
                                      </p:to>
                                    </p:set>
                                    <p:animEffect transition="in" filter="fade">
                                      <p:cBhvr>
                                        <p:cTn id="27" dur="1000"/>
                                        <p:tgtEl>
                                          <p:spTgt spid="1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6">
                                            <p:txEl>
                                              <p:pRg st="5" end="5"/>
                                            </p:txEl>
                                          </p:spTgt>
                                        </p:tgtEl>
                                        <p:attrNameLst>
                                          <p:attrName>style.visibility</p:attrName>
                                        </p:attrNameLst>
                                      </p:cBhvr>
                                      <p:to>
                                        <p:strVal val="visible"/>
                                      </p:to>
                                    </p:set>
                                    <p:animEffect transition="in" filter="fade">
                                      <p:cBhvr>
                                        <p:cTn id="32" dur="1000"/>
                                        <p:tgtEl>
                                          <p:spTgt spid="1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6">
                                            <p:txEl>
                                              <p:pRg st="6" end="6"/>
                                            </p:txEl>
                                          </p:spTgt>
                                        </p:tgtEl>
                                        <p:attrNameLst>
                                          <p:attrName>style.visibility</p:attrName>
                                        </p:attrNameLst>
                                      </p:cBhvr>
                                      <p:to>
                                        <p:strVal val="visible"/>
                                      </p:to>
                                    </p:set>
                                    <p:animEffect transition="in" filter="fade">
                                      <p:cBhvr>
                                        <p:cTn id="37" dur="1000"/>
                                        <p:tgtEl>
                                          <p:spTgt spid="11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6">
                                            <p:txEl>
                                              <p:pRg st="7" end="7"/>
                                            </p:txEl>
                                          </p:spTgt>
                                        </p:tgtEl>
                                        <p:attrNameLst>
                                          <p:attrName>style.visibility</p:attrName>
                                        </p:attrNameLst>
                                      </p:cBhvr>
                                      <p:to>
                                        <p:strVal val="visible"/>
                                      </p:to>
                                    </p:set>
                                    <p:animEffect transition="in" filter="fade">
                                      <p:cBhvr>
                                        <p:cTn id="42" dur="1000"/>
                                        <p:tgtEl>
                                          <p:spTgt spid="11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6">
                                            <p:txEl>
                                              <p:pRg st="8" end="8"/>
                                            </p:txEl>
                                          </p:spTgt>
                                        </p:tgtEl>
                                        <p:attrNameLst>
                                          <p:attrName>style.visibility</p:attrName>
                                        </p:attrNameLst>
                                      </p:cBhvr>
                                      <p:to>
                                        <p:strVal val="visible"/>
                                      </p:to>
                                    </p:set>
                                    <p:animEffect transition="in" filter="fade">
                                      <p:cBhvr>
                                        <p:cTn id="47" dur="1000"/>
                                        <p:tgtEl>
                                          <p:spTgt spid="11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6">
                                            <p:txEl>
                                              <p:pRg st="9" end="9"/>
                                            </p:txEl>
                                          </p:spTgt>
                                        </p:tgtEl>
                                        <p:attrNameLst>
                                          <p:attrName>style.visibility</p:attrName>
                                        </p:attrNameLst>
                                      </p:cBhvr>
                                      <p:to>
                                        <p:strVal val="visible"/>
                                      </p:to>
                                    </p:set>
                                    <p:animEffect transition="in" filter="fade">
                                      <p:cBhvr>
                                        <p:cTn id="52" dur="1000"/>
                                        <p:tgtEl>
                                          <p:spTgt spid="11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6">
                                            <p:txEl>
                                              <p:pRg st="10" end="10"/>
                                            </p:txEl>
                                          </p:spTgt>
                                        </p:tgtEl>
                                        <p:attrNameLst>
                                          <p:attrName>style.visibility</p:attrName>
                                        </p:attrNameLst>
                                      </p:cBhvr>
                                      <p:to>
                                        <p:strVal val="visible"/>
                                      </p:to>
                                    </p:set>
                                    <p:animEffect transition="in" filter="fade">
                                      <p:cBhvr>
                                        <p:cTn id="57" dur="1000"/>
                                        <p:tgtEl>
                                          <p:spTgt spid="11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6">
                                            <p:txEl>
                                              <p:pRg st="11" end="11"/>
                                            </p:txEl>
                                          </p:spTgt>
                                        </p:tgtEl>
                                        <p:attrNameLst>
                                          <p:attrName>style.visibility</p:attrName>
                                        </p:attrNameLst>
                                      </p:cBhvr>
                                      <p:to>
                                        <p:strVal val="visible"/>
                                      </p:to>
                                    </p:set>
                                    <p:animEffect transition="in" filter="fade">
                                      <p:cBhvr>
                                        <p:cTn id="62" dur="1000"/>
                                        <p:tgtEl>
                                          <p:spTgt spid="11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6">
                                            <p:txEl>
                                              <p:pRg st="12" end="12"/>
                                            </p:txEl>
                                          </p:spTgt>
                                        </p:tgtEl>
                                        <p:attrNameLst>
                                          <p:attrName>style.visibility</p:attrName>
                                        </p:attrNameLst>
                                      </p:cBhvr>
                                      <p:to>
                                        <p:strVal val="visible"/>
                                      </p:to>
                                    </p:set>
                                    <p:animEffect transition="in" filter="fade">
                                      <p:cBhvr>
                                        <p:cTn id="67" dur="1000"/>
                                        <p:tgtEl>
                                          <p:spTgt spid="11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6">
                                            <p:txEl>
                                              <p:pRg st="13" end="13"/>
                                            </p:txEl>
                                          </p:spTgt>
                                        </p:tgtEl>
                                        <p:attrNameLst>
                                          <p:attrName>style.visibility</p:attrName>
                                        </p:attrNameLst>
                                      </p:cBhvr>
                                      <p:to>
                                        <p:strVal val="visible"/>
                                      </p:to>
                                    </p:set>
                                    <p:animEffect transition="in" filter="fade">
                                      <p:cBhvr>
                                        <p:cTn id="72" dur="1000"/>
                                        <p:tgtEl>
                                          <p:spTgt spid="11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6">
                                            <p:txEl>
                                              <p:pRg st="14" end="14"/>
                                            </p:txEl>
                                          </p:spTgt>
                                        </p:tgtEl>
                                        <p:attrNameLst>
                                          <p:attrName>style.visibility</p:attrName>
                                        </p:attrNameLst>
                                      </p:cBhvr>
                                      <p:to>
                                        <p:strVal val="visible"/>
                                      </p:to>
                                    </p:set>
                                    <p:animEffect transition="in" filter="fade">
                                      <p:cBhvr>
                                        <p:cTn id="77" dur="1000"/>
                                        <p:tgtEl>
                                          <p:spTgt spid="116">
                                            <p:txEl>
                                              <p:pRg st="14" end="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23"/>
          <p:cNvSpPr txBox="1"/>
          <p:nvPr>
            <p:ph type="body" idx="1"/>
          </p:nvPr>
        </p:nvSpPr>
        <p:spPr>
          <a:xfrm>
            <a:off x="415600" y="321467"/>
            <a:ext cx="11360800" cy="57704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SzPts val="770"/>
              <a:buNone/>
            </a:pPr>
            <a:r>
              <a:rPr lang="en-US" sz="2865"/>
              <a:t>#!/bin/bash</a:t>
            </a:r>
            <a:endParaRPr sz="2865"/>
          </a:p>
          <a:p>
            <a:pPr marL="0" lvl="0" indent="0" algn="l" rtl="0">
              <a:lnSpc>
                <a:spcPct val="95000"/>
              </a:lnSpc>
              <a:spcBef>
                <a:spcPts val="1200"/>
              </a:spcBef>
              <a:spcAft>
                <a:spcPts val="0"/>
              </a:spcAft>
              <a:buSzPts val="770"/>
              <a:buNone/>
            </a:pPr>
            <a:r>
              <a:rPr lang="en-US" sz="2865"/>
              <a:t>echo "Enter a number"</a:t>
            </a:r>
            <a:endParaRPr sz="2865"/>
          </a:p>
          <a:p>
            <a:pPr marL="0" lvl="0" indent="0" algn="l" rtl="0">
              <a:lnSpc>
                <a:spcPct val="95000"/>
              </a:lnSpc>
              <a:spcBef>
                <a:spcPts val="1200"/>
              </a:spcBef>
              <a:spcAft>
                <a:spcPts val="0"/>
              </a:spcAft>
              <a:buSzPts val="770"/>
              <a:buNone/>
            </a:pPr>
            <a:r>
              <a:rPr lang="en-US" sz="2865"/>
              <a:t>read n</a:t>
            </a:r>
            <a:endParaRPr sz="2865"/>
          </a:p>
          <a:p>
            <a:pPr marL="0" lvl="0" indent="0" algn="l" rtl="0">
              <a:lnSpc>
                <a:spcPct val="95000"/>
              </a:lnSpc>
              <a:spcBef>
                <a:spcPts val="1200"/>
              </a:spcBef>
              <a:spcAft>
                <a:spcPts val="0"/>
              </a:spcAft>
              <a:buSzPts val="770"/>
              <a:buNone/>
            </a:pPr>
            <a:r>
              <a:rPr lang="en-US" sz="2865">
                <a:solidFill>
                  <a:srgbClr val="FF0000"/>
                </a:solidFill>
              </a:rPr>
              <a:t>r=$((n%2))</a:t>
            </a:r>
            <a:endParaRPr sz="2865">
              <a:solidFill>
                <a:srgbClr val="FF0000"/>
              </a:solidFill>
            </a:endParaRPr>
          </a:p>
          <a:p>
            <a:pPr marL="0" lvl="0" indent="0" algn="l" rtl="0">
              <a:lnSpc>
                <a:spcPct val="95000"/>
              </a:lnSpc>
              <a:spcBef>
                <a:spcPts val="1200"/>
              </a:spcBef>
              <a:spcAft>
                <a:spcPts val="0"/>
              </a:spcAft>
              <a:buSzPts val="770"/>
              <a:buNone/>
            </a:pPr>
            <a:r>
              <a:rPr lang="en-US" sz="2865">
                <a:solidFill>
                  <a:srgbClr val="0000FF"/>
                </a:solidFill>
              </a:rPr>
              <a:t>if [ $r -eq 0 ]</a:t>
            </a:r>
            <a:endParaRPr sz="2865">
              <a:solidFill>
                <a:srgbClr val="0000FF"/>
              </a:solidFill>
            </a:endParaRPr>
          </a:p>
          <a:p>
            <a:pPr marL="0" lvl="0" indent="0" algn="l" rtl="0">
              <a:lnSpc>
                <a:spcPct val="95000"/>
              </a:lnSpc>
              <a:spcBef>
                <a:spcPts val="1200"/>
              </a:spcBef>
              <a:spcAft>
                <a:spcPts val="0"/>
              </a:spcAft>
              <a:buSzPts val="770"/>
              <a:buNone/>
            </a:pPr>
            <a:r>
              <a:rPr lang="en-US" sz="2865">
                <a:solidFill>
                  <a:srgbClr val="FF00FF"/>
                </a:solidFill>
              </a:rPr>
              <a:t>then</a:t>
            </a:r>
            <a:endParaRPr sz="2865">
              <a:solidFill>
                <a:srgbClr val="FF00FF"/>
              </a:solidFill>
            </a:endParaRPr>
          </a:p>
          <a:p>
            <a:pPr marL="0" lvl="0" indent="0" algn="l" rtl="0">
              <a:lnSpc>
                <a:spcPct val="95000"/>
              </a:lnSpc>
              <a:spcBef>
                <a:spcPts val="1200"/>
              </a:spcBef>
              <a:spcAft>
                <a:spcPts val="0"/>
              </a:spcAft>
              <a:buSzPts val="770"/>
              <a:buNone/>
            </a:pPr>
            <a:r>
              <a:rPr lang="en-US" sz="2865"/>
              <a:t>echo "$n is even"</a:t>
            </a:r>
            <a:endParaRPr sz="2865"/>
          </a:p>
          <a:p>
            <a:pPr marL="0" lvl="0" indent="0" algn="l" rtl="0">
              <a:lnSpc>
                <a:spcPct val="95000"/>
              </a:lnSpc>
              <a:spcBef>
                <a:spcPts val="1200"/>
              </a:spcBef>
              <a:spcAft>
                <a:spcPts val="0"/>
              </a:spcAft>
              <a:buSzPts val="770"/>
              <a:buNone/>
            </a:pPr>
            <a:r>
              <a:rPr lang="en-US" sz="2865">
                <a:solidFill>
                  <a:srgbClr val="9900FF"/>
                </a:solidFill>
              </a:rPr>
              <a:t>else</a:t>
            </a:r>
            <a:endParaRPr sz="2865">
              <a:solidFill>
                <a:srgbClr val="9900FF"/>
              </a:solidFill>
            </a:endParaRPr>
          </a:p>
          <a:p>
            <a:pPr marL="0" lvl="0" indent="0" algn="l" rtl="0">
              <a:lnSpc>
                <a:spcPct val="95000"/>
              </a:lnSpc>
              <a:spcBef>
                <a:spcPts val="1200"/>
              </a:spcBef>
              <a:spcAft>
                <a:spcPts val="0"/>
              </a:spcAft>
              <a:buSzPts val="770"/>
              <a:buNone/>
            </a:pPr>
            <a:r>
              <a:rPr lang="en-US" sz="2865"/>
              <a:t>echo "$n is odd"</a:t>
            </a:r>
            <a:endParaRPr sz="2865"/>
          </a:p>
          <a:p>
            <a:pPr marL="0" lvl="0" indent="0" algn="l" rtl="0">
              <a:lnSpc>
                <a:spcPct val="95000"/>
              </a:lnSpc>
              <a:spcBef>
                <a:spcPts val="1200"/>
              </a:spcBef>
              <a:spcAft>
                <a:spcPts val="1200"/>
              </a:spcAft>
              <a:buSzPts val="770"/>
              <a:buNone/>
            </a:pPr>
            <a:r>
              <a:rPr lang="en-US" sz="2865">
                <a:solidFill>
                  <a:srgbClr val="0000FF"/>
                </a:solidFill>
              </a:rPr>
              <a:t>fi</a:t>
            </a:r>
            <a:endParaRPr sz="2865">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animEffect transition="in" filter="fade">
                                      <p:cBhvr>
                                        <p:cTn id="7" dur="1000"/>
                                        <p:tgtEl>
                                          <p:spTgt spid="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xEl>
                                              <p:pRg st="1" end="1"/>
                                            </p:txEl>
                                          </p:spTgt>
                                        </p:tgtEl>
                                        <p:attrNameLst>
                                          <p:attrName>style.visibility</p:attrName>
                                        </p:attrNameLst>
                                      </p:cBhvr>
                                      <p:to>
                                        <p:strVal val="visible"/>
                                      </p:to>
                                    </p:set>
                                    <p:animEffect transition="in" filter="fade">
                                      <p:cBhvr>
                                        <p:cTn id="12" dur="1000"/>
                                        <p:tgtEl>
                                          <p:spTgt spid="1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xEl>
                                              <p:pRg st="2" end="2"/>
                                            </p:txEl>
                                          </p:spTgt>
                                        </p:tgtEl>
                                        <p:attrNameLst>
                                          <p:attrName>style.visibility</p:attrName>
                                        </p:attrNameLst>
                                      </p:cBhvr>
                                      <p:to>
                                        <p:strVal val="visible"/>
                                      </p:to>
                                    </p:set>
                                    <p:animEffect transition="in" filter="fade">
                                      <p:cBhvr>
                                        <p:cTn id="17" dur="1000"/>
                                        <p:tgtEl>
                                          <p:spTgt spid="1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2">
                                            <p:txEl>
                                              <p:pRg st="3" end="3"/>
                                            </p:txEl>
                                          </p:spTgt>
                                        </p:tgtEl>
                                        <p:attrNameLst>
                                          <p:attrName>style.visibility</p:attrName>
                                        </p:attrNameLst>
                                      </p:cBhvr>
                                      <p:to>
                                        <p:strVal val="visible"/>
                                      </p:to>
                                    </p:set>
                                    <p:animEffect transition="in" filter="fade">
                                      <p:cBhvr>
                                        <p:cTn id="22" dur="1000"/>
                                        <p:tgtEl>
                                          <p:spTgt spid="1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2">
                                            <p:txEl>
                                              <p:pRg st="4" end="4"/>
                                            </p:txEl>
                                          </p:spTgt>
                                        </p:tgtEl>
                                        <p:attrNameLst>
                                          <p:attrName>style.visibility</p:attrName>
                                        </p:attrNameLst>
                                      </p:cBhvr>
                                      <p:to>
                                        <p:strVal val="visible"/>
                                      </p:to>
                                    </p:set>
                                    <p:animEffect transition="in" filter="fade">
                                      <p:cBhvr>
                                        <p:cTn id="27" dur="1000"/>
                                        <p:tgtEl>
                                          <p:spTgt spid="1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2">
                                            <p:txEl>
                                              <p:pRg st="5" end="5"/>
                                            </p:txEl>
                                          </p:spTgt>
                                        </p:tgtEl>
                                        <p:attrNameLst>
                                          <p:attrName>style.visibility</p:attrName>
                                        </p:attrNameLst>
                                      </p:cBhvr>
                                      <p:to>
                                        <p:strVal val="visible"/>
                                      </p:to>
                                    </p:set>
                                    <p:animEffect transition="in" filter="fade">
                                      <p:cBhvr>
                                        <p:cTn id="32" dur="1000"/>
                                        <p:tgtEl>
                                          <p:spTgt spid="1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2">
                                            <p:txEl>
                                              <p:pRg st="6" end="6"/>
                                            </p:txEl>
                                          </p:spTgt>
                                        </p:tgtEl>
                                        <p:attrNameLst>
                                          <p:attrName>style.visibility</p:attrName>
                                        </p:attrNameLst>
                                      </p:cBhvr>
                                      <p:to>
                                        <p:strVal val="visible"/>
                                      </p:to>
                                    </p:set>
                                    <p:animEffect transition="in" filter="fade">
                                      <p:cBhvr>
                                        <p:cTn id="37" dur="1000"/>
                                        <p:tgtEl>
                                          <p:spTgt spid="1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2">
                                            <p:txEl>
                                              <p:pRg st="7" end="7"/>
                                            </p:txEl>
                                          </p:spTgt>
                                        </p:tgtEl>
                                        <p:attrNameLst>
                                          <p:attrName>style.visibility</p:attrName>
                                        </p:attrNameLst>
                                      </p:cBhvr>
                                      <p:to>
                                        <p:strVal val="visible"/>
                                      </p:to>
                                    </p:set>
                                    <p:animEffect transition="in" filter="fade">
                                      <p:cBhvr>
                                        <p:cTn id="42" dur="1000"/>
                                        <p:tgtEl>
                                          <p:spTgt spid="1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2">
                                            <p:txEl>
                                              <p:pRg st="8" end="8"/>
                                            </p:txEl>
                                          </p:spTgt>
                                        </p:tgtEl>
                                        <p:attrNameLst>
                                          <p:attrName>style.visibility</p:attrName>
                                        </p:attrNameLst>
                                      </p:cBhvr>
                                      <p:to>
                                        <p:strVal val="visible"/>
                                      </p:to>
                                    </p:set>
                                    <p:animEffect transition="in" filter="fade">
                                      <p:cBhvr>
                                        <p:cTn id="47" dur="1000"/>
                                        <p:tgtEl>
                                          <p:spTgt spid="1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2">
                                            <p:txEl>
                                              <p:pRg st="9" end="9"/>
                                            </p:txEl>
                                          </p:spTgt>
                                        </p:tgtEl>
                                        <p:attrNameLst>
                                          <p:attrName>style.visibility</p:attrName>
                                        </p:attrNameLst>
                                      </p:cBhvr>
                                      <p:to>
                                        <p:strVal val="visible"/>
                                      </p:to>
                                    </p:set>
                                    <p:animEffect transition="in" filter="fade">
                                      <p:cBhvr>
                                        <p:cTn id="52" dur="1000"/>
                                        <p:tgtEl>
                                          <p:spTgt spid="122">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24"/>
          <p:cNvSpPr txBox="1"/>
          <p:nvPr>
            <p:ph type="body" idx="1"/>
          </p:nvPr>
        </p:nvSpPr>
        <p:spPr>
          <a:xfrm>
            <a:off x="415600" y="321467"/>
            <a:ext cx="11360800" cy="57704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Clr>
                <a:schemeClr val="dk1"/>
              </a:buClr>
              <a:buSzPts val="1100"/>
              <a:buFont typeface="Arial" panose="020B0604020202020204"/>
              <a:buNone/>
            </a:pPr>
            <a:r>
              <a:rPr lang="en-US" sz="2865"/>
              <a:t>#!/bin/bash</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echo "Enter a number"</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read n</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solidFill>
                  <a:srgbClr val="9900FF"/>
                </a:solidFill>
              </a:rPr>
              <a:t>r=`expr $n % 2`</a:t>
            </a:r>
            <a:endParaRPr sz="2865">
              <a:solidFill>
                <a:srgbClr val="9900FF"/>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2865"/>
              <a:t>if [ $r -eq 0 ]</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then</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echo "$n is even"</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else</a:t>
            </a:r>
            <a:endParaRPr sz="2865"/>
          </a:p>
          <a:p>
            <a:pPr marL="0" lvl="0" indent="0" algn="l" rtl="0">
              <a:lnSpc>
                <a:spcPct val="95000"/>
              </a:lnSpc>
              <a:spcBef>
                <a:spcPts val="1200"/>
              </a:spcBef>
              <a:spcAft>
                <a:spcPts val="0"/>
              </a:spcAft>
              <a:buClr>
                <a:schemeClr val="dk1"/>
              </a:buClr>
              <a:buSzPts val="1100"/>
              <a:buFont typeface="Arial" panose="020B0604020202020204"/>
              <a:buNone/>
            </a:pPr>
            <a:r>
              <a:rPr lang="en-US" sz="2865"/>
              <a:t>echo "$n is odd"</a:t>
            </a:r>
            <a:endParaRPr sz="2865"/>
          </a:p>
          <a:p>
            <a:pPr marL="0" lvl="0" indent="0" algn="l" rtl="0">
              <a:lnSpc>
                <a:spcPct val="95000"/>
              </a:lnSpc>
              <a:spcBef>
                <a:spcPts val="1200"/>
              </a:spcBef>
              <a:spcAft>
                <a:spcPts val="1200"/>
              </a:spcAft>
              <a:buSzPts val="770"/>
              <a:buNone/>
            </a:pPr>
            <a:r>
              <a:rPr lang="en-US" sz="2865"/>
              <a:t>fi</a:t>
            </a:r>
            <a:endParaRPr sz="286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animEffect transition="in" filter="fade">
                                      <p:cBhvr>
                                        <p:cTn id="7" dur="1000"/>
                                        <p:tgtEl>
                                          <p:spTgt spid="1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xEl>
                                              <p:pRg st="1" end="1"/>
                                            </p:txEl>
                                          </p:spTgt>
                                        </p:tgtEl>
                                        <p:attrNameLst>
                                          <p:attrName>style.visibility</p:attrName>
                                        </p:attrNameLst>
                                      </p:cBhvr>
                                      <p:to>
                                        <p:strVal val="visible"/>
                                      </p:to>
                                    </p:set>
                                    <p:animEffect transition="in" filter="fade">
                                      <p:cBhvr>
                                        <p:cTn id="12" dur="1000"/>
                                        <p:tgtEl>
                                          <p:spTgt spid="1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7">
                                            <p:txEl>
                                              <p:pRg st="2" end="2"/>
                                            </p:txEl>
                                          </p:spTgt>
                                        </p:tgtEl>
                                        <p:attrNameLst>
                                          <p:attrName>style.visibility</p:attrName>
                                        </p:attrNameLst>
                                      </p:cBhvr>
                                      <p:to>
                                        <p:strVal val="visible"/>
                                      </p:to>
                                    </p:set>
                                    <p:animEffect transition="in" filter="fade">
                                      <p:cBhvr>
                                        <p:cTn id="17" dur="1000"/>
                                        <p:tgtEl>
                                          <p:spTgt spid="1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7">
                                            <p:txEl>
                                              <p:pRg st="3" end="3"/>
                                            </p:txEl>
                                          </p:spTgt>
                                        </p:tgtEl>
                                        <p:attrNameLst>
                                          <p:attrName>style.visibility</p:attrName>
                                        </p:attrNameLst>
                                      </p:cBhvr>
                                      <p:to>
                                        <p:strVal val="visible"/>
                                      </p:to>
                                    </p:set>
                                    <p:animEffect transition="in" filter="fade">
                                      <p:cBhvr>
                                        <p:cTn id="22" dur="1000"/>
                                        <p:tgtEl>
                                          <p:spTgt spid="1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7">
                                            <p:txEl>
                                              <p:pRg st="4" end="4"/>
                                            </p:txEl>
                                          </p:spTgt>
                                        </p:tgtEl>
                                        <p:attrNameLst>
                                          <p:attrName>style.visibility</p:attrName>
                                        </p:attrNameLst>
                                      </p:cBhvr>
                                      <p:to>
                                        <p:strVal val="visible"/>
                                      </p:to>
                                    </p:set>
                                    <p:animEffect transition="in" filter="fade">
                                      <p:cBhvr>
                                        <p:cTn id="27" dur="1000"/>
                                        <p:tgtEl>
                                          <p:spTgt spid="1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7">
                                            <p:txEl>
                                              <p:pRg st="5" end="5"/>
                                            </p:txEl>
                                          </p:spTgt>
                                        </p:tgtEl>
                                        <p:attrNameLst>
                                          <p:attrName>style.visibility</p:attrName>
                                        </p:attrNameLst>
                                      </p:cBhvr>
                                      <p:to>
                                        <p:strVal val="visible"/>
                                      </p:to>
                                    </p:set>
                                    <p:animEffect transition="in" filter="fade">
                                      <p:cBhvr>
                                        <p:cTn id="32" dur="1000"/>
                                        <p:tgtEl>
                                          <p:spTgt spid="1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7">
                                            <p:txEl>
                                              <p:pRg st="6" end="6"/>
                                            </p:txEl>
                                          </p:spTgt>
                                        </p:tgtEl>
                                        <p:attrNameLst>
                                          <p:attrName>style.visibility</p:attrName>
                                        </p:attrNameLst>
                                      </p:cBhvr>
                                      <p:to>
                                        <p:strVal val="visible"/>
                                      </p:to>
                                    </p:set>
                                    <p:animEffect transition="in" filter="fade">
                                      <p:cBhvr>
                                        <p:cTn id="37" dur="1000"/>
                                        <p:tgtEl>
                                          <p:spTgt spid="1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7">
                                            <p:txEl>
                                              <p:pRg st="7" end="7"/>
                                            </p:txEl>
                                          </p:spTgt>
                                        </p:tgtEl>
                                        <p:attrNameLst>
                                          <p:attrName>style.visibility</p:attrName>
                                        </p:attrNameLst>
                                      </p:cBhvr>
                                      <p:to>
                                        <p:strVal val="visible"/>
                                      </p:to>
                                    </p:set>
                                    <p:animEffect transition="in" filter="fade">
                                      <p:cBhvr>
                                        <p:cTn id="42" dur="1000"/>
                                        <p:tgtEl>
                                          <p:spTgt spid="12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7">
                                            <p:txEl>
                                              <p:pRg st="8" end="8"/>
                                            </p:txEl>
                                          </p:spTgt>
                                        </p:tgtEl>
                                        <p:attrNameLst>
                                          <p:attrName>style.visibility</p:attrName>
                                        </p:attrNameLst>
                                      </p:cBhvr>
                                      <p:to>
                                        <p:strVal val="visible"/>
                                      </p:to>
                                    </p:set>
                                    <p:animEffect transition="in" filter="fade">
                                      <p:cBhvr>
                                        <p:cTn id="47" dur="1000"/>
                                        <p:tgtEl>
                                          <p:spTgt spid="12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7">
                                            <p:txEl>
                                              <p:pRg st="9" end="9"/>
                                            </p:txEl>
                                          </p:spTgt>
                                        </p:tgtEl>
                                        <p:attrNameLst>
                                          <p:attrName>style.visibility</p:attrName>
                                        </p:attrNameLst>
                                      </p:cBhvr>
                                      <p:to>
                                        <p:strVal val="visible"/>
                                      </p:to>
                                    </p:set>
                                    <p:animEffect transition="in" filter="fade">
                                      <p:cBhvr>
                                        <p:cTn id="52" dur="1000"/>
                                        <p:tgtEl>
                                          <p:spTgt spid="127">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else if ladder</a:t>
            </a:r>
            <a:endParaRPr>
              <a:solidFill>
                <a:srgbClr val="FF0000"/>
              </a:solidFill>
            </a:endParaRPr>
          </a:p>
        </p:txBody>
      </p:sp>
      <p:sp>
        <p:nvSpPr>
          <p:cNvPr id="133" name="Google Shape;133;p25"/>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just" rtl="0">
              <a:lnSpc>
                <a:spcPct val="115000"/>
              </a:lnSpc>
              <a:spcBef>
                <a:spcPts val="0"/>
              </a:spcBef>
              <a:spcAft>
                <a:spcPts val="1200"/>
              </a:spcAft>
              <a:buSzPts val="1800"/>
              <a:buNone/>
            </a:pPr>
            <a:r>
              <a:rPr lang="en-US" sz="3335">
                <a:solidFill>
                  <a:schemeClr val="dk1"/>
                </a:solidFill>
              </a:rPr>
              <a:t>Develop a shell script to find the largest among two numbers</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Effect transition="in" filter="fade">
                                      <p:cBhvr>
                                        <p:cTn id="7" dur="1000"/>
                                        <p:tgtEl>
                                          <p:spTgt spid="133">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6"/>
          <p:cNvSpPr txBox="1"/>
          <p:nvPr>
            <p:ph type="body" idx="1"/>
          </p:nvPr>
        </p:nvSpPr>
        <p:spPr>
          <a:xfrm>
            <a:off x="415600" y="267900"/>
            <a:ext cx="11360800" cy="6081200"/>
          </a:xfrm>
          <a:prstGeom prst="rect">
            <a:avLst/>
          </a:prstGeom>
          <a:noFill/>
          <a:ln>
            <a:noFill/>
          </a:ln>
        </p:spPr>
        <p:txBody>
          <a:bodyPr spcFirstLastPara="1" wrap="square" lIns="121900" tIns="121900" rIns="121900" bIns="121900" anchor="t" anchorCtr="0">
            <a:normAutofit/>
          </a:bodyPr>
          <a:lstStyle/>
          <a:p>
            <a:pPr marL="0" lvl="0" indent="0" algn="just" rtl="0">
              <a:lnSpc>
                <a:spcPct val="115000"/>
              </a:lnSpc>
              <a:spcBef>
                <a:spcPts val="0"/>
              </a:spcBef>
              <a:spcAft>
                <a:spcPts val="0"/>
              </a:spcAft>
              <a:buSzPts val="1800"/>
              <a:buNone/>
            </a:pPr>
            <a:r>
              <a:rPr lang="en-US" sz="3335">
                <a:solidFill>
                  <a:schemeClr val="dk1"/>
                </a:solidFill>
              </a:rPr>
              <a:t>#!/bin/bash</a:t>
            </a:r>
            <a:endParaRPr sz="3335">
              <a:solidFill>
                <a:schemeClr val="dk1"/>
              </a:solidFill>
            </a:endParaRPr>
          </a:p>
          <a:p>
            <a:pPr marL="0" lvl="0" indent="0" algn="just" rtl="0">
              <a:lnSpc>
                <a:spcPct val="115000"/>
              </a:lnSpc>
              <a:spcBef>
                <a:spcPts val="1200"/>
              </a:spcBef>
              <a:spcAft>
                <a:spcPts val="0"/>
              </a:spcAft>
              <a:buSzPts val="1800"/>
              <a:buNone/>
            </a:pPr>
            <a:r>
              <a:rPr lang="en-US" sz="3335">
                <a:solidFill>
                  <a:schemeClr val="dk1"/>
                </a:solidFill>
              </a:rPr>
              <a:t>echo "Enter first number"</a:t>
            </a:r>
            <a:endParaRPr sz="3335">
              <a:solidFill>
                <a:schemeClr val="dk1"/>
              </a:solidFill>
            </a:endParaRPr>
          </a:p>
          <a:p>
            <a:pPr marL="0" lvl="0" indent="0" algn="just" rtl="0">
              <a:lnSpc>
                <a:spcPct val="115000"/>
              </a:lnSpc>
              <a:spcBef>
                <a:spcPts val="1200"/>
              </a:spcBef>
              <a:spcAft>
                <a:spcPts val="0"/>
              </a:spcAft>
              <a:buSzPts val="1800"/>
              <a:buNone/>
            </a:pPr>
            <a:r>
              <a:rPr lang="en-US" sz="3335">
                <a:solidFill>
                  <a:schemeClr val="dk1"/>
                </a:solidFill>
              </a:rPr>
              <a:t>read n1</a:t>
            </a:r>
            <a:endParaRPr sz="3335">
              <a:solidFill>
                <a:schemeClr val="dk1"/>
              </a:solidFill>
            </a:endParaRPr>
          </a:p>
          <a:p>
            <a:pPr marL="0" lvl="0" indent="0" algn="just" rtl="0">
              <a:lnSpc>
                <a:spcPct val="115000"/>
              </a:lnSpc>
              <a:spcBef>
                <a:spcPts val="1200"/>
              </a:spcBef>
              <a:spcAft>
                <a:spcPts val="0"/>
              </a:spcAft>
              <a:buSzPts val="1800"/>
              <a:buNone/>
            </a:pPr>
            <a:r>
              <a:rPr lang="en-US" sz="3335">
                <a:solidFill>
                  <a:schemeClr val="dk1"/>
                </a:solidFill>
              </a:rPr>
              <a:t>echo "Enter second number"</a:t>
            </a:r>
            <a:endParaRPr sz="3335">
              <a:solidFill>
                <a:schemeClr val="dk1"/>
              </a:solidFill>
            </a:endParaRPr>
          </a:p>
          <a:p>
            <a:pPr marL="0" lvl="0" indent="0" algn="just" rtl="0">
              <a:lnSpc>
                <a:spcPct val="115000"/>
              </a:lnSpc>
              <a:spcBef>
                <a:spcPts val="1200"/>
              </a:spcBef>
              <a:spcAft>
                <a:spcPts val="1200"/>
              </a:spcAft>
              <a:buSzPts val="1800"/>
              <a:buNone/>
            </a:pPr>
            <a:r>
              <a:rPr lang="en-US" sz="3335">
                <a:solidFill>
                  <a:schemeClr val="dk1"/>
                </a:solidFill>
              </a:rPr>
              <a:t>read n2</a:t>
            </a:r>
            <a:endParaRPr sz="33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Effect transition="in" filter="fade">
                                      <p:cBhvr>
                                        <p:cTn id="12" dur="1000"/>
                                        <p:tgtEl>
                                          <p:spTgt spid="1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xEl>
                                              <p:pRg st="2" end="2"/>
                                            </p:txEl>
                                          </p:spTgt>
                                        </p:tgtEl>
                                        <p:attrNameLst>
                                          <p:attrName>style.visibility</p:attrName>
                                        </p:attrNameLst>
                                      </p:cBhvr>
                                      <p:to>
                                        <p:strVal val="visible"/>
                                      </p:to>
                                    </p:set>
                                    <p:animEffect transition="in" filter="fade">
                                      <p:cBhvr>
                                        <p:cTn id="17" dur="1000"/>
                                        <p:tgtEl>
                                          <p:spTgt spid="1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8">
                                            <p:txEl>
                                              <p:pRg st="3" end="3"/>
                                            </p:txEl>
                                          </p:spTgt>
                                        </p:tgtEl>
                                        <p:attrNameLst>
                                          <p:attrName>style.visibility</p:attrName>
                                        </p:attrNameLst>
                                      </p:cBhvr>
                                      <p:to>
                                        <p:strVal val="visible"/>
                                      </p:to>
                                    </p:set>
                                    <p:animEffect transition="in" filter="fade">
                                      <p:cBhvr>
                                        <p:cTn id="22" dur="1000"/>
                                        <p:tgtEl>
                                          <p:spTgt spid="1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8">
                                            <p:txEl>
                                              <p:pRg st="4" end="4"/>
                                            </p:txEl>
                                          </p:spTgt>
                                        </p:tgtEl>
                                        <p:attrNameLst>
                                          <p:attrName>style.visibility</p:attrName>
                                        </p:attrNameLst>
                                      </p:cBhvr>
                                      <p:to>
                                        <p:strVal val="visible"/>
                                      </p:to>
                                    </p:set>
                                    <p:animEffect transition="in" filter="fade">
                                      <p:cBhvr>
                                        <p:cTn id="27" dur="1000"/>
                                        <p:tgtEl>
                                          <p:spTgt spid="13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42" name="Shape 142"/>
        <p:cNvGrpSpPr/>
        <p:nvPr/>
      </p:nvGrpSpPr>
      <p:grpSpPr>
        <a:xfrm>
          <a:off x="0" y="0"/>
          <a:ext cx="0" cy="0"/>
          <a:chOff x="0" y="0"/>
          <a:chExt cx="0" cy="0"/>
        </a:xfrm>
      </p:grpSpPr>
      <p:sp>
        <p:nvSpPr>
          <p:cNvPr id="143" name="Google Shape;143;p27"/>
          <p:cNvSpPr txBox="1"/>
          <p:nvPr>
            <p:ph type="body" idx="1"/>
          </p:nvPr>
        </p:nvSpPr>
        <p:spPr>
          <a:xfrm>
            <a:off x="415600" y="267900"/>
            <a:ext cx="11360800" cy="60812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just" rtl="0">
              <a:lnSpc>
                <a:spcPct val="115000"/>
              </a:lnSpc>
              <a:spcBef>
                <a:spcPts val="0"/>
              </a:spcBef>
              <a:spcAft>
                <a:spcPts val="0"/>
              </a:spcAft>
              <a:buSzPct val="78000"/>
              <a:buNone/>
            </a:pPr>
            <a:r>
              <a:rPr lang="en-US" sz="3335">
                <a:solidFill>
                  <a:srgbClr val="FF0000"/>
                </a:solidFill>
              </a:rPr>
              <a:t>if [ $n1 -gt $n2 ]</a:t>
            </a:r>
            <a:endParaRPr sz="3335">
              <a:solidFill>
                <a:srgbClr val="FF0000"/>
              </a:solidFill>
            </a:endParaRPr>
          </a:p>
          <a:p>
            <a:pPr marL="0" lvl="0" indent="0" algn="just" rtl="0">
              <a:lnSpc>
                <a:spcPct val="115000"/>
              </a:lnSpc>
              <a:spcBef>
                <a:spcPts val="1200"/>
              </a:spcBef>
              <a:spcAft>
                <a:spcPts val="0"/>
              </a:spcAft>
              <a:buSzPct val="78000"/>
              <a:buNone/>
            </a:pPr>
            <a:r>
              <a:rPr lang="en-US" sz="3335">
                <a:solidFill>
                  <a:srgbClr val="000000"/>
                </a:solidFill>
              </a:rPr>
              <a:t>then</a:t>
            </a:r>
            <a:endParaRPr sz="3335">
              <a:solidFill>
                <a:srgbClr val="000000"/>
              </a:solidFill>
            </a:endParaRPr>
          </a:p>
          <a:p>
            <a:pPr marL="0" lvl="0" indent="0" algn="just" rtl="0">
              <a:lnSpc>
                <a:spcPct val="115000"/>
              </a:lnSpc>
              <a:spcBef>
                <a:spcPts val="1200"/>
              </a:spcBef>
              <a:spcAft>
                <a:spcPts val="0"/>
              </a:spcAft>
              <a:buSzPct val="78000"/>
              <a:buNone/>
            </a:pPr>
            <a:r>
              <a:rPr lang="en-US" sz="3335">
                <a:solidFill>
                  <a:srgbClr val="000000"/>
                </a:solidFill>
              </a:rPr>
              <a:t>echo "$n1 is largest"</a:t>
            </a:r>
            <a:endParaRPr sz="3335">
              <a:solidFill>
                <a:srgbClr val="000000"/>
              </a:solidFill>
            </a:endParaRPr>
          </a:p>
          <a:p>
            <a:pPr marL="0" lvl="0" indent="0" algn="just" rtl="0">
              <a:lnSpc>
                <a:spcPct val="115000"/>
              </a:lnSpc>
              <a:spcBef>
                <a:spcPts val="1200"/>
              </a:spcBef>
              <a:spcAft>
                <a:spcPts val="0"/>
              </a:spcAft>
              <a:buSzPct val="78000"/>
              <a:buNone/>
            </a:pPr>
            <a:r>
              <a:rPr lang="en-US" sz="3335">
                <a:solidFill>
                  <a:srgbClr val="FF00FF"/>
                </a:solidFill>
              </a:rPr>
              <a:t>elif [ $n1 -lt $n2 ]</a:t>
            </a:r>
            <a:endParaRPr sz="3335">
              <a:solidFill>
                <a:srgbClr val="FF00FF"/>
              </a:solidFill>
            </a:endParaRPr>
          </a:p>
          <a:p>
            <a:pPr marL="0" lvl="0" indent="0" algn="just" rtl="0">
              <a:lnSpc>
                <a:spcPct val="115000"/>
              </a:lnSpc>
              <a:spcBef>
                <a:spcPts val="1200"/>
              </a:spcBef>
              <a:spcAft>
                <a:spcPts val="0"/>
              </a:spcAft>
              <a:buSzPct val="78000"/>
              <a:buNone/>
            </a:pPr>
            <a:r>
              <a:rPr lang="en-US" sz="3335">
                <a:solidFill>
                  <a:srgbClr val="000000"/>
                </a:solidFill>
              </a:rPr>
              <a:t>then</a:t>
            </a:r>
            <a:endParaRPr sz="3335">
              <a:solidFill>
                <a:srgbClr val="000000"/>
              </a:solidFill>
            </a:endParaRPr>
          </a:p>
          <a:p>
            <a:pPr marL="0" lvl="0" indent="0" algn="just" rtl="0">
              <a:lnSpc>
                <a:spcPct val="115000"/>
              </a:lnSpc>
              <a:spcBef>
                <a:spcPts val="1200"/>
              </a:spcBef>
              <a:spcAft>
                <a:spcPts val="0"/>
              </a:spcAft>
              <a:buSzPct val="78000"/>
              <a:buNone/>
            </a:pPr>
            <a:r>
              <a:rPr lang="en-US" sz="3335">
                <a:solidFill>
                  <a:srgbClr val="000000"/>
                </a:solidFill>
              </a:rPr>
              <a:t>echo "$n2 is largest"</a:t>
            </a:r>
            <a:endParaRPr sz="3335">
              <a:solidFill>
                <a:srgbClr val="000000"/>
              </a:solidFill>
            </a:endParaRPr>
          </a:p>
          <a:p>
            <a:pPr marL="0" lvl="0" indent="0" algn="just" rtl="0">
              <a:lnSpc>
                <a:spcPct val="115000"/>
              </a:lnSpc>
              <a:spcBef>
                <a:spcPts val="1200"/>
              </a:spcBef>
              <a:spcAft>
                <a:spcPts val="0"/>
              </a:spcAft>
              <a:buSzPct val="78000"/>
              <a:buNone/>
            </a:pPr>
            <a:r>
              <a:rPr lang="en-US" sz="3335">
                <a:solidFill>
                  <a:srgbClr val="000000"/>
                </a:solidFill>
              </a:rPr>
              <a:t>else</a:t>
            </a:r>
            <a:endParaRPr sz="3335">
              <a:solidFill>
                <a:srgbClr val="000000"/>
              </a:solidFill>
            </a:endParaRPr>
          </a:p>
          <a:p>
            <a:pPr marL="0" lvl="0" indent="0" algn="just" rtl="0">
              <a:lnSpc>
                <a:spcPct val="115000"/>
              </a:lnSpc>
              <a:spcBef>
                <a:spcPts val="1200"/>
              </a:spcBef>
              <a:spcAft>
                <a:spcPts val="0"/>
              </a:spcAft>
              <a:buSzPct val="78000"/>
              <a:buNone/>
            </a:pPr>
            <a:r>
              <a:rPr lang="en-US" sz="3335">
                <a:solidFill>
                  <a:srgbClr val="000000"/>
                </a:solidFill>
              </a:rPr>
              <a:t>echo "Both numbers are equal"</a:t>
            </a:r>
            <a:endParaRPr sz="3335">
              <a:solidFill>
                <a:srgbClr val="000000"/>
              </a:solidFill>
            </a:endParaRPr>
          </a:p>
          <a:p>
            <a:pPr marL="0" lvl="0" indent="0" algn="just" rtl="0">
              <a:lnSpc>
                <a:spcPct val="115000"/>
              </a:lnSpc>
              <a:spcBef>
                <a:spcPts val="1200"/>
              </a:spcBef>
              <a:spcAft>
                <a:spcPts val="1200"/>
              </a:spcAft>
              <a:buSzPct val="78000"/>
              <a:buNone/>
            </a:pPr>
            <a:r>
              <a:rPr lang="en-US" sz="3335">
                <a:solidFill>
                  <a:srgbClr val="000000"/>
                </a:solidFill>
              </a:rPr>
              <a:t>fi</a:t>
            </a:r>
            <a:endParaRPr sz="3335">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xEl>
                                              <p:pRg st="0" end="0"/>
                                            </p:txEl>
                                          </p:spTgt>
                                        </p:tgtEl>
                                        <p:attrNameLst>
                                          <p:attrName>style.visibility</p:attrName>
                                        </p:attrNameLst>
                                      </p:cBhvr>
                                      <p:to>
                                        <p:strVal val="visible"/>
                                      </p:to>
                                    </p:set>
                                    <p:animEffect transition="in" filter="fade">
                                      <p:cBhvr>
                                        <p:cTn id="7" dur="1000"/>
                                        <p:tgtEl>
                                          <p:spTgt spid="1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xEl>
                                              <p:pRg st="1" end="1"/>
                                            </p:txEl>
                                          </p:spTgt>
                                        </p:tgtEl>
                                        <p:attrNameLst>
                                          <p:attrName>style.visibility</p:attrName>
                                        </p:attrNameLst>
                                      </p:cBhvr>
                                      <p:to>
                                        <p:strVal val="visible"/>
                                      </p:to>
                                    </p:set>
                                    <p:animEffect transition="in" filter="fade">
                                      <p:cBhvr>
                                        <p:cTn id="12" dur="1000"/>
                                        <p:tgtEl>
                                          <p:spTgt spid="1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3">
                                            <p:txEl>
                                              <p:pRg st="2" end="2"/>
                                            </p:txEl>
                                          </p:spTgt>
                                        </p:tgtEl>
                                        <p:attrNameLst>
                                          <p:attrName>style.visibility</p:attrName>
                                        </p:attrNameLst>
                                      </p:cBhvr>
                                      <p:to>
                                        <p:strVal val="visible"/>
                                      </p:to>
                                    </p:set>
                                    <p:animEffect transition="in" filter="fade">
                                      <p:cBhvr>
                                        <p:cTn id="17" dur="1000"/>
                                        <p:tgtEl>
                                          <p:spTgt spid="1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3">
                                            <p:txEl>
                                              <p:pRg st="3" end="3"/>
                                            </p:txEl>
                                          </p:spTgt>
                                        </p:tgtEl>
                                        <p:attrNameLst>
                                          <p:attrName>style.visibility</p:attrName>
                                        </p:attrNameLst>
                                      </p:cBhvr>
                                      <p:to>
                                        <p:strVal val="visible"/>
                                      </p:to>
                                    </p:set>
                                    <p:animEffect transition="in" filter="fade">
                                      <p:cBhvr>
                                        <p:cTn id="22" dur="1000"/>
                                        <p:tgtEl>
                                          <p:spTgt spid="1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3">
                                            <p:txEl>
                                              <p:pRg st="4" end="4"/>
                                            </p:txEl>
                                          </p:spTgt>
                                        </p:tgtEl>
                                        <p:attrNameLst>
                                          <p:attrName>style.visibility</p:attrName>
                                        </p:attrNameLst>
                                      </p:cBhvr>
                                      <p:to>
                                        <p:strVal val="visible"/>
                                      </p:to>
                                    </p:set>
                                    <p:animEffect transition="in" filter="fade">
                                      <p:cBhvr>
                                        <p:cTn id="27" dur="1000"/>
                                        <p:tgtEl>
                                          <p:spTgt spid="1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3">
                                            <p:txEl>
                                              <p:pRg st="5" end="5"/>
                                            </p:txEl>
                                          </p:spTgt>
                                        </p:tgtEl>
                                        <p:attrNameLst>
                                          <p:attrName>style.visibility</p:attrName>
                                        </p:attrNameLst>
                                      </p:cBhvr>
                                      <p:to>
                                        <p:strVal val="visible"/>
                                      </p:to>
                                    </p:set>
                                    <p:animEffect transition="in" filter="fade">
                                      <p:cBhvr>
                                        <p:cTn id="32" dur="1000"/>
                                        <p:tgtEl>
                                          <p:spTgt spid="1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3">
                                            <p:txEl>
                                              <p:pRg st="6" end="6"/>
                                            </p:txEl>
                                          </p:spTgt>
                                        </p:tgtEl>
                                        <p:attrNameLst>
                                          <p:attrName>style.visibility</p:attrName>
                                        </p:attrNameLst>
                                      </p:cBhvr>
                                      <p:to>
                                        <p:strVal val="visible"/>
                                      </p:to>
                                    </p:set>
                                    <p:animEffect transition="in" filter="fade">
                                      <p:cBhvr>
                                        <p:cTn id="37" dur="1000"/>
                                        <p:tgtEl>
                                          <p:spTgt spid="1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3">
                                            <p:txEl>
                                              <p:pRg st="7" end="7"/>
                                            </p:txEl>
                                          </p:spTgt>
                                        </p:tgtEl>
                                        <p:attrNameLst>
                                          <p:attrName>style.visibility</p:attrName>
                                        </p:attrNameLst>
                                      </p:cBhvr>
                                      <p:to>
                                        <p:strVal val="visible"/>
                                      </p:to>
                                    </p:set>
                                    <p:animEffect transition="in" filter="fade">
                                      <p:cBhvr>
                                        <p:cTn id="42" dur="1000"/>
                                        <p:tgtEl>
                                          <p:spTgt spid="14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3">
                                            <p:txEl>
                                              <p:pRg st="8" end="8"/>
                                            </p:txEl>
                                          </p:spTgt>
                                        </p:tgtEl>
                                        <p:attrNameLst>
                                          <p:attrName>style.visibility</p:attrName>
                                        </p:attrNameLst>
                                      </p:cBhvr>
                                      <p:to>
                                        <p:strVal val="visible"/>
                                      </p:to>
                                    </p:set>
                                    <p:animEffect transition="in" filter="fade">
                                      <p:cBhvr>
                                        <p:cTn id="47" dur="1000"/>
                                        <p:tgtEl>
                                          <p:spTgt spid="143">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402900" y="345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latin typeface="Cambria" panose="02040503050406030204"/>
                <a:ea typeface="Cambria" panose="02040503050406030204"/>
                <a:cs typeface="Cambria" panose="02040503050406030204"/>
                <a:sym typeface="Cambria" panose="02040503050406030204"/>
              </a:rPr>
              <a:t>if elif  elif else ladder</a:t>
            </a:r>
            <a:endParaRPr>
              <a:latin typeface="Cambria" panose="02040503050406030204"/>
              <a:ea typeface="Cambria" panose="02040503050406030204"/>
              <a:cs typeface="Cambria" panose="02040503050406030204"/>
              <a:sym typeface="Cambria" panose="02040503050406030204"/>
            </a:endParaRPr>
          </a:p>
        </p:txBody>
      </p:sp>
      <p:sp>
        <p:nvSpPr>
          <p:cNvPr id="149" name="Google Shape;149;p28"/>
          <p:cNvSpPr txBox="1"/>
          <p:nvPr>
            <p:ph type="body" idx="1"/>
          </p:nvPr>
        </p:nvSpPr>
        <p:spPr>
          <a:xfrm>
            <a:off x="542600" y="949755"/>
            <a:ext cx="5700705" cy="5805170"/>
          </a:xfrm>
          <a:prstGeom prst="rect">
            <a:avLst/>
          </a:prstGeom>
          <a:solidFill>
            <a:srgbClr val="EEEEEE"/>
          </a:solidFill>
          <a:ln>
            <a:noFill/>
          </a:ln>
        </p:spPr>
        <p:txBody>
          <a:bodyPr spcFirstLastPara="1" wrap="square" lIns="121900" tIns="0" rIns="121900" bIns="60933" anchor="ctr" anchorCtr="0">
            <a:spAutoFit/>
          </a:bodyPr>
          <a:lstStyle/>
          <a:p>
            <a:pPr marL="0" marR="0" lvl="0" indent="0" algn="l" rtl="0">
              <a:lnSpc>
                <a:spcPct val="100000"/>
              </a:lnSpc>
              <a:spcBef>
                <a:spcPts val="0"/>
              </a:spcBef>
              <a:spcAft>
                <a:spcPts val="0"/>
              </a:spcAft>
              <a:buClr>
                <a:srgbClr val="880000"/>
              </a:buClr>
              <a:buSzPts val="2000"/>
              <a:buFont typeface="Cambria" panose="02040503050406030204"/>
              <a:buNone/>
            </a:pPr>
            <a:r>
              <a:rPr lang="en-US" sz="2665" b="0" i="0" u="none" strike="noStrike" cap="none">
                <a:solidFill>
                  <a:srgbClr val="880000"/>
                </a:solidFill>
                <a:latin typeface="Cambria" panose="02040503050406030204"/>
                <a:ea typeface="Cambria" panose="02040503050406030204"/>
                <a:cs typeface="Cambria" panose="02040503050406030204"/>
                <a:sym typeface="Cambria" panose="02040503050406030204"/>
              </a:rPr>
              <a:t>#!/bin/sh</a:t>
            </a:r>
            <a:endParaRPr sz="2665" b="0" i="0" u="none" strike="noStrike" cap="none">
              <a:solidFill>
                <a:srgbClr val="88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00"/>
              </a:buClr>
              <a:buSzPts val="2000"/>
              <a:buFont typeface="Cambria" panose="02040503050406030204"/>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a</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6666"/>
                </a:solidFill>
                <a:latin typeface="Cambria" panose="02040503050406030204"/>
                <a:ea typeface="Cambria" panose="02040503050406030204"/>
                <a:cs typeface="Cambria" panose="02040503050406030204"/>
                <a:sym typeface="Cambria" panose="02040503050406030204"/>
              </a:rPr>
              <a:t>10</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00"/>
              </a:buClr>
              <a:buSzPts val="2000"/>
              <a:buFont typeface="Cambria" panose="02040503050406030204"/>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b</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6666"/>
                </a:solidFill>
                <a:latin typeface="Cambria" panose="02040503050406030204"/>
                <a:ea typeface="Cambria" panose="02040503050406030204"/>
                <a:cs typeface="Cambria" panose="02040503050406030204"/>
                <a:sym typeface="Cambria" panose="02040503050406030204"/>
              </a:rPr>
              <a:t>20</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if</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$b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endPar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a:solidFill>
                  <a:srgbClr val="000088"/>
                </a:solidFill>
                <a:latin typeface="Cambria" panose="02040503050406030204"/>
                <a:ea typeface="Cambria" panose="02040503050406030204"/>
                <a:cs typeface="Cambria" panose="02040503050406030204"/>
                <a:sym typeface="Cambria" panose="02040503050406030204"/>
              </a:rPr>
              <a:t>t</a:t>
            </a: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hen</a:t>
            </a:r>
            <a:endPar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a:solidFill>
                  <a:srgbClr val="000088"/>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echo </a:t>
            </a:r>
            <a:r>
              <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rPr>
              <a:t>"a is equal to b"</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elif</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gt $b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then</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00"/>
              </a:buClr>
              <a:buSzPts val="2000"/>
              <a:buFont typeface="Cambria" panose="02040503050406030204"/>
              <a:buNone/>
            </a:pPr>
            <a:r>
              <a:rPr lang="en-US" sz="2665">
                <a:solidFill>
                  <a:srgbClr val="000000"/>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echo </a:t>
            </a:r>
            <a:r>
              <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rPr>
              <a:t>"a is greater than b“</a:t>
            </a:r>
            <a:endPar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elif</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lt $b </a:t>
            </a:r>
            <a:r>
              <a:rPr lang="en-US" sz="2665" b="0" i="0" u="none" strike="noStrike" cap="none">
                <a:solidFill>
                  <a:srgbClr val="666600"/>
                </a:solidFill>
                <a:latin typeface="Cambria" panose="02040503050406030204"/>
                <a:ea typeface="Cambria" panose="02040503050406030204"/>
                <a:cs typeface="Cambria" panose="02040503050406030204"/>
                <a:sym typeface="Cambria" panose="02040503050406030204"/>
              </a:rPr>
              <a:t>]</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then</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00"/>
              </a:buClr>
              <a:buSzPts val="2000"/>
              <a:buFont typeface="Cambria" panose="02040503050406030204"/>
              <a:buNone/>
            </a:pPr>
            <a:r>
              <a:rPr lang="en-US" sz="2665">
                <a:solidFill>
                  <a:srgbClr val="000000"/>
                </a:solidFill>
                <a:latin typeface="Cambria" panose="02040503050406030204"/>
                <a:ea typeface="Cambria" panose="02040503050406030204"/>
                <a:cs typeface="Cambria" panose="02040503050406030204"/>
                <a:sym typeface="Cambria" panose="02040503050406030204"/>
              </a:rPr>
              <a:t>       </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echo </a:t>
            </a:r>
            <a:r>
              <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rPr>
              <a:t>"a is less than b"</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else</a:t>
            </a: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echo </a:t>
            </a:r>
            <a:r>
              <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rPr>
              <a:t>"None of the condition met“</a:t>
            </a:r>
            <a:endParaRPr lang="en-US" sz="2665" b="0" i="0" u="none" strike="noStrike" cap="none">
              <a:solidFill>
                <a:srgbClr val="0088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000088"/>
              </a:buClr>
              <a:buSzPts val="2000"/>
              <a:buFont typeface="Cambria" panose="02040503050406030204"/>
              <a:buNone/>
            </a:pPr>
            <a:r>
              <a:rPr lang="en-US" sz="2665" b="0" i="0" u="none" strike="noStrike" cap="none">
                <a:solidFill>
                  <a:srgbClr val="000088"/>
                </a:solidFill>
                <a:latin typeface="Cambria" panose="02040503050406030204"/>
                <a:ea typeface="Cambria" panose="02040503050406030204"/>
                <a:cs typeface="Cambria" panose="02040503050406030204"/>
                <a:sym typeface="Cambria" panose="02040503050406030204"/>
              </a:rPr>
              <a:t>fi</a:t>
            </a:r>
            <a:r>
              <a:rPr lang="en-US" sz="2665" b="0" i="0" u="none" strike="noStrike" cap="none">
                <a:solidFill>
                  <a:schemeClr val="dk1"/>
                </a:solidFill>
                <a:latin typeface="Cambria" panose="02040503050406030204"/>
                <a:ea typeface="Cambria" panose="02040503050406030204"/>
                <a:cs typeface="Cambria" panose="02040503050406030204"/>
                <a:sym typeface="Cambria" panose="02040503050406030204"/>
              </a:rPr>
              <a:t> </a:t>
            </a:r>
            <a:endParaRPr lang="en-US" sz="2665"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t>Decision making</a:t>
            </a:r>
            <a:br>
              <a:rPr lang="en-US"/>
            </a:br>
            <a:endParaRPr lang="en-US"/>
          </a:p>
        </p:txBody>
      </p:sp>
      <p:sp>
        <p:nvSpPr>
          <p:cNvPr id="155" name="Google Shape;155;p29"/>
          <p:cNvSpPr txBox="1"/>
          <p:nvPr>
            <p:ph type="body" idx="1"/>
          </p:nvPr>
        </p:nvSpPr>
        <p:spPr>
          <a:xfrm>
            <a:off x="529900" y="1356967"/>
            <a:ext cx="2695900" cy="2160933"/>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lnSpcReduction="10000"/>
          </a:bodyPr>
          <a:lstStyle/>
          <a:p>
            <a:pPr marL="457200" lvl="0" indent="-342900" algn="l" rtl="0">
              <a:lnSpc>
                <a:spcPct val="115000"/>
              </a:lnSpc>
              <a:spcBef>
                <a:spcPts val="0"/>
              </a:spcBef>
              <a:spcAft>
                <a:spcPts val="0"/>
              </a:spcAft>
              <a:buSzPts val="1800"/>
              <a:buChar char="●"/>
            </a:pPr>
            <a:r>
              <a:rPr lang="en-US"/>
              <a:t>while loop</a:t>
            </a:r>
            <a:endParaRPr lang="en-US"/>
          </a:p>
          <a:p>
            <a:pPr marL="457200" lvl="0" indent="-342900" algn="l" rtl="0">
              <a:lnSpc>
                <a:spcPct val="115000"/>
              </a:lnSpc>
              <a:spcBef>
                <a:spcPts val="0"/>
              </a:spcBef>
              <a:spcAft>
                <a:spcPts val="0"/>
              </a:spcAft>
              <a:buSzPts val="1800"/>
              <a:buChar char="●"/>
            </a:pPr>
            <a:r>
              <a:rPr lang="en-US"/>
              <a:t>for loop</a:t>
            </a:r>
            <a:endParaRPr lang="en-US"/>
          </a:p>
          <a:p>
            <a:pPr marL="457200" lvl="0" indent="-342900" algn="l" rtl="0">
              <a:lnSpc>
                <a:spcPct val="115000"/>
              </a:lnSpc>
              <a:spcBef>
                <a:spcPts val="0"/>
              </a:spcBef>
              <a:spcAft>
                <a:spcPts val="0"/>
              </a:spcAft>
              <a:buSzPts val="1800"/>
              <a:buChar char="●"/>
            </a:pPr>
            <a:r>
              <a:rPr lang="en-US"/>
              <a:t>until loop</a:t>
            </a:r>
            <a:endParaRPr lang="en-US"/>
          </a:p>
          <a:p>
            <a:pPr marL="457200" lvl="0" indent="-342900" algn="l" rtl="0">
              <a:lnSpc>
                <a:spcPct val="115000"/>
              </a:lnSpc>
              <a:spcBef>
                <a:spcPts val="0"/>
              </a:spcBef>
              <a:spcAft>
                <a:spcPts val="0"/>
              </a:spcAft>
              <a:buSzPts val="1800"/>
              <a:buChar char="●"/>
            </a:pPr>
            <a:r>
              <a:rPr lang="en-US"/>
              <a:t>select loop</a:t>
            </a:r>
            <a:endParaRPr lang="en-US"/>
          </a:p>
        </p:txBody>
      </p:sp>
      <p:sp>
        <p:nvSpPr>
          <p:cNvPr id="156" name="Google Shape;156;p29"/>
          <p:cNvSpPr txBox="1"/>
          <p:nvPr/>
        </p:nvSpPr>
        <p:spPr>
          <a:xfrm>
            <a:off x="3835400" y="1473200"/>
            <a:ext cx="3784600" cy="1762125"/>
          </a:xfrm>
          <a:prstGeom prst="rect">
            <a:avLst/>
          </a:prstGeom>
          <a:noFill/>
          <a:ln w="9525" cap="flat" cmpd="sng">
            <a:solidFill>
              <a:schemeClr val="dk1"/>
            </a:solidFill>
            <a:prstDash val="solid"/>
            <a:round/>
            <a:headEnd type="none" w="sm" len="sm"/>
            <a:tailEnd type="none" w="sm" len="sm"/>
          </a:ln>
        </p:spPr>
        <p:txBody>
          <a:bodyPr spcFirstLastPara="1" wrap="square" lIns="121900" tIns="60933" rIns="121900" bIns="60933" anchor="t" anchorCtr="0">
            <a:spAutoFit/>
          </a:bodyPr>
          <a:lstStyle/>
          <a:p>
            <a:pPr marL="0" marR="0" lvl="0" indent="0" algn="l" rtl="0">
              <a:lnSpc>
                <a:spcPct val="100000"/>
              </a:lnSpc>
              <a:spcBef>
                <a:spcPts val="0"/>
              </a:spcBef>
              <a:spcAft>
                <a:spcPts val="0"/>
              </a:spcAft>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while [condition]</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do</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      statements</a:t>
            </a:r>
            <a:endPar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2665" b="0" i="0" u="none" strike="noStrike" cap="none">
                <a:solidFill>
                  <a:srgbClr val="000000"/>
                </a:solidFill>
                <a:latin typeface="Cambria" panose="02040503050406030204"/>
                <a:ea typeface="Cambria" panose="02040503050406030204"/>
                <a:cs typeface="Cambria" panose="02040503050406030204"/>
                <a:sym typeface="Cambria" panose="02040503050406030204"/>
              </a:rPr>
              <a:t>done</a:t>
            </a:r>
            <a:endParaRPr sz="2665"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for loop</a:t>
            </a:r>
            <a:endParaRPr>
              <a:solidFill>
                <a:srgbClr val="FF0000"/>
              </a:solidFill>
            </a:endParaRPr>
          </a:p>
        </p:txBody>
      </p:sp>
      <p:sp>
        <p:nvSpPr>
          <p:cNvPr id="162" name="Google Shape;162;p30"/>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print all the odd numbers less than n.</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animEffect transition="in" filter="fade">
                                      <p:cBhvr>
                                        <p:cTn id="7" dur="1000"/>
                                        <p:tgtEl>
                                          <p:spTgt spid="162">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p>
        </p:txBody>
      </p:sp>
      <p:sp>
        <p:nvSpPr>
          <p:cNvPr id="168" name="Google Shape;168;p31"/>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Autofit/>
          </a:bodyPr>
          <a:lstStyle/>
          <a:p>
            <a:pPr marL="0" lvl="0" indent="0" algn="l" rtl="0">
              <a:lnSpc>
                <a:spcPct val="105000"/>
              </a:lnSpc>
              <a:spcBef>
                <a:spcPts val="0"/>
              </a:spcBef>
              <a:spcAft>
                <a:spcPts val="0"/>
              </a:spcAft>
              <a:buSzPts val="605"/>
              <a:buNone/>
            </a:pPr>
            <a:r>
              <a:rPr lang="en-US" sz="2900">
                <a:solidFill>
                  <a:schemeClr val="dk1"/>
                </a:solidFill>
              </a:rPr>
              <a:t>#!/bin/bash</a:t>
            </a:r>
            <a:endParaRPr sz="2900">
              <a:solidFill>
                <a:schemeClr val="dk1"/>
              </a:solidFill>
            </a:endParaRPr>
          </a:p>
          <a:p>
            <a:pPr marL="0" lvl="0" indent="0" algn="l" rtl="0">
              <a:lnSpc>
                <a:spcPct val="105000"/>
              </a:lnSpc>
              <a:spcBef>
                <a:spcPts val="1200"/>
              </a:spcBef>
              <a:spcAft>
                <a:spcPts val="0"/>
              </a:spcAft>
              <a:buSzPts val="605"/>
              <a:buNone/>
            </a:pPr>
            <a:r>
              <a:rPr lang="en-US" sz="2900">
                <a:solidFill>
                  <a:schemeClr val="dk1"/>
                </a:solidFill>
              </a:rPr>
              <a:t>echo "Enter limit"</a:t>
            </a:r>
            <a:endParaRPr sz="2900">
              <a:solidFill>
                <a:schemeClr val="dk1"/>
              </a:solidFill>
            </a:endParaRPr>
          </a:p>
          <a:p>
            <a:pPr marL="0" lvl="0" indent="0" algn="l" rtl="0">
              <a:lnSpc>
                <a:spcPct val="105000"/>
              </a:lnSpc>
              <a:spcBef>
                <a:spcPts val="1200"/>
              </a:spcBef>
              <a:spcAft>
                <a:spcPts val="0"/>
              </a:spcAft>
              <a:buSzPts val="605"/>
              <a:buNone/>
            </a:pPr>
            <a:r>
              <a:rPr lang="en-US" sz="2900">
                <a:solidFill>
                  <a:schemeClr val="dk1"/>
                </a:solidFill>
              </a:rPr>
              <a:t>read n</a:t>
            </a:r>
            <a:endParaRPr sz="2900">
              <a:solidFill>
                <a:schemeClr val="dk1"/>
              </a:solidFill>
            </a:endParaRPr>
          </a:p>
          <a:p>
            <a:pPr marL="0" lvl="0" indent="0" algn="l" rtl="0">
              <a:lnSpc>
                <a:spcPct val="105000"/>
              </a:lnSpc>
              <a:spcBef>
                <a:spcPts val="1200"/>
              </a:spcBef>
              <a:spcAft>
                <a:spcPts val="0"/>
              </a:spcAft>
              <a:buSzPts val="605"/>
              <a:buNone/>
            </a:pPr>
            <a:r>
              <a:rPr lang="en-US" sz="2900">
                <a:solidFill>
                  <a:srgbClr val="FF0000"/>
                </a:solidFill>
              </a:rPr>
              <a:t>for(( i=1; i&lt;n; i=i+2 ))</a:t>
            </a:r>
            <a:endParaRPr sz="2900">
              <a:solidFill>
                <a:srgbClr val="FF0000"/>
              </a:solidFill>
            </a:endParaRPr>
          </a:p>
          <a:p>
            <a:pPr marL="0" lvl="0" indent="0" algn="l" rtl="0">
              <a:lnSpc>
                <a:spcPct val="105000"/>
              </a:lnSpc>
              <a:spcBef>
                <a:spcPts val="1200"/>
              </a:spcBef>
              <a:spcAft>
                <a:spcPts val="0"/>
              </a:spcAft>
              <a:buSzPts val="605"/>
              <a:buNone/>
            </a:pPr>
            <a:r>
              <a:rPr lang="en-US" sz="2900">
                <a:solidFill>
                  <a:srgbClr val="9900FF"/>
                </a:solidFill>
              </a:rPr>
              <a:t>do</a:t>
            </a:r>
            <a:endParaRPr sz="2900">
              <a:solidFill>
                <a:srgbClr val="9900FF"/>
              </a:solidFill>
            </a:endParaRPr>
          </a:p>
          <a:p>
            <a:pPr marL="0" lvl="0" indent="0" algn="l" rtl="0">
              <a:lnSpc>
                <a:spcPct val="105000"/>
              </a:lnSpc>
              <a:spcBef>
                <a:spcPts val="1200"/>
              </a:spcBef>
              <a:spcAft>
                <a:spcPts val="0"/>
              </a:spcAft>
              <a:buSzPts val="605"/>
              <a:buNone/>
            </a:pPr>
            <a:r>
              <a:rPr lang="en-US" sz="2900">
                <a:solidFill>
                  <a:schemeClr val="dk1"/>
                </a:solidFill>
              </a:rPr>
              <a:t>echo "$i"</a:t>
            </a:r>
            <a:endParaRPr sz="2900">
              <a:solidFill>
                <a:schemeClr val="dk1"/>
              </a:solidFill>
            </a:endParaRPr>
          </a:p>
          <a:p>
            <a:pPr marL="0" lvl="0" indent="0" algn="l" rtl="0">
              <a:lnSpc>
                <a:spcPct val="105000"/>
              </a:lnSpc>
              <a:spcBef>
                <a:spcPts val="1200"/>
              </a:spcBef>
              <a:spcAft>
                <a:spcPts val="0"/>
              </a:spcAft>
              <a:buSzPts val="605"/>
              <a:buNone/>
            </a:pPr>
            <a:r>
              <a:rPr lang="en-US" sz="2900">
                <a:solidFill>
                  <a:srgbClr val="0000FF"/>
                </a:solidFill>
              </a:rPr>
              <a:t>done</a:t>
            </a:r>
            <a:endParaRPr sz="2900">
              <a:solidFill>
                <a:srgbClr val="0000FF"/>
              </a:solidFill>
            </a:endParaRPr>
          </a:p>
          <a:p>
            <a:pPr marL="0" lvl="0" indent="0" algn="l" rtl="0">
              <a:lnSpc>
                <a:spcPct val="105000"/>
              </a:lnSpc>
              <a:spcBef>
                <a:spcPts val="1200"/>
              </a:spcBef>
              <a:spcAft>
                <a:spcPts val="0"/>
              </a:spcAft>
              <a:buSzPts val="605"/>
              <a:buNone/>
            </a:pPr>
            <a:endParaRPr sz="2900">
              <a:solidFill>
                <a:schemeClr val="dk1"/>
              </a:solidFill>
            </a:endParaRPr>
          </a:p>
          <a:p>
            <a:pPr marL="0" lvl="0" indent="0" algn="l" rtl="0">
              <a:lnSpc>
                <a:spcPct val="105000"/>
              </a:lnSpc>
              <a:spcBef>
                <a:spcPts val="1200"/>
              </a:spcBef>
              <a:spcAft>
                <a:spcPts val="1200"/>
              </a:spcAft>
              <a:buSzPts val="605"/>
              <a:buNone/>
            </a:pPr>
            <a:endParaRPr sz="2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animEffect transition="in" filter="fade">
                                      <p:cBhvr>
                                        <p:cTn id="7" dur="1000"/>
                                        <p:tgtEl>
                                          <p:spTgt spid="1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8">
                                            <p:txEl>
                                              <p:pRg st="1" end="1"/>
                                            </p:txEl>
                                          </p:spTgt>
                                        </p:tgtEl>
                                        <p:attrNameLst>
                                          <p:attrName>style.visibility</p:attrName>
                                        </p:attrNameLst>
                                      </p:cBhvr>
                                      <p:to>
                                        <p:strVal val="visible"/>
                                      </p:to>
                                    </p:set>
                                    <p:animEffect transition="in" filter="fade">
                                      <p:cBhvr>
                                        <p:cTn id="12" dur="1000"/>
                                        <p:tgtEl>
                                          <p:spTgt spid="1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xEl>
                                              <p:pRg st="2" end="2"/>
                                            </p:txEl>
                                          </p:spTgt>
                                        </p:tgtEl>
                                        <p:attrNameLst>
                                          <p:attrName>style.visibility</p:attrName>
                                        </p:attrNameLst>
                                      </p:cBhvr>
                                      <p:to>
                                        <p:strVal val="visible"/>
                                      </p:to>
                                    </p:set>
                                    <p:animEffect transition="in" filter="fade">
                                      <p:cBhvr>
                                        <p:cTn id="17" dur="1000"/>
                                        <p:tgtEl>
                                          <p:spTgt spid="1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8">
                                            <p:txEl>
                                              <p:pRg st="3" end="3"/>
                                            </p:txEl>
                                          </p:spTgt>
                                        </p:tgtEl>
                                        <p:attrNameLst>
                                          <p:attrName>style.visibility</p:attrName>
                                        </p:attrNameLst>
                                      </p:cBhvr>
                                      <p:to>
                                        <p:strVal val="visible"/>
                                      </p:to>
                                    </p:set>
                                    <p:animEffect transition="in" filter="fade">
                                      <p:cBhvr>
                                        <p:cTn id="22" dur="1000"/>
                                        <p:tgtEl>
                                          <p:spTgt spid="1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8">
                                            <p:txEl>
                                              <p:pRg st="4" end="4"/>
                                            </p:txEl>
                                          </p:spTgt>
                                        </p:tgtEl>
                                        <p:attrNameLst>
                                          <p:attrName>style.visibility</p:attrName>
                                        </p:attrNameLst>
                                      </p:cBhvr>
                                      <p:to>
                                        <p:strVal val="visible"/>
                                      </p:to>
                                    </p:set>
                                    <p:animEffect transition="in" filter="fade">
                                      <p:cBhvr>
                                        <p:cTn id="27" dur="1000"/>
                                        <p:tgtEl>
                                          <p:spTgt spid="1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8">
                                            <p:txEl>
                                              <p:pRg st="5" end="5"/>
                                            </p:txEl>
                                          </p:spTgt>
                                        </p:tgtEl>
                                        <p:attrNameLst>
                                          <p:attrName>style.visibility</p:attrName>
                                        </p:attrNameLst>
                                      </p:cBhvr>
                                      <p:to>
                                        <p:strVal val="visible"/>
                                      </p:to>
                                    </p:set>
                                    <p:animEffect transition="in" filter="fade">
                                      <p:cBhvr>
                                        <p:cTn id="32" dur="1000"/>
                                        <p:tgtEl>
                                          <p:spTgt spid="16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8">
                                            <p:txEl>
                                              <p:pRg st="6" end="6"/>
                                            </p:txEl>
                                          </p:spTgt>
                                        </p:tgtEl>
                                        <p:attrNameLst>
                                          <p:attrName>style.visibility</p:attrName>
                                        </p:attrNameLst>
                                      </p:cBhvr>
                                      <p:to>
                                        <p:strVal val="visible"/>
                                      </p:to>
                                    </p:set>
                                    <p:animEffect transition="in" filter="fade">
                                      <p:cBhvr>
                                        <p:cTn id="37" dur="1000"/>
                                        <p:tgtEl>
                                          <p:spTgt spid="16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8">
                                            <p:txEl>
                                              <p:pRg st="7" end="7"/>
                                            </p:txEl>
                                          </p:spTgt>
                                        </p:tgtEl>
                                        <p:attrNameLst>
                                          <p:attrName>style.visibility</p:attrName>
                                        </p:attrNameLst>
                                      </p:cBhvr>
                                      <p:to>
                                        <p:strVal val="visible"/>
                                      </p:to>
                                    </p:set>
                                    <p:animEffect transition="in" filter="fade">
                                      <p:cBhvr>
                                        <p:cTn id="42" dur="1000"/>
                                        <p:tgtEl>
                                          <p:spTgt spid="16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8">
                                            <p:txEl>
                                              <p:pRg st="8" end="8"/>
                                            </p:txEl>
                                          </p:spTgt>
                                        </p:tgtEl>
                                        <p:attrNameLst>
                                          <p:attrName>style.visibility</p:attrName>
                                        </p:attrNameLst>
                                      </p:cBhvr>
                                      <p:to>
                                        <p:strVal val="visible"/>
                                      </p:to>
                                    </p:set>
                                    <p:animEffect transition="in" filter="fade">
                                      <p:cBhvr>
                                        <p:cTn id="47" dur="1000"/>
                                        <p:tgtEl>
                                          <p:spTgt spid="168">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while loop</a:t>
            </a:r>
            <a:endParaRPr>
              <a:solidFill>
                <a:srgbClr val="FF0000"/>
              </a:solidFill>
            </a:endParaRPr>
          </a:p>
        </p:txBody>
      </p:sp>
      <p:sp>
        <p:nvSpPr>
          <p:cNvPr id="174" name="Google Shape;174;p32"/>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print all the even number less than or equal to n.</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1000"/>
                                        <p:tgtEl>
                                          <p:spTgt spid="174">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78" name="Shape 178"/>
        <p:cNvGrpSpPr/>
        <p:nvPr/>
      </p:nvGrpSpPr>
      <p:grpSpPr>
        <a:xfrm>
          <a:off x="0" y="0"/>
          <a:ext cx="0" cy="0"/>
          <a:chOff x="0" y="0"/>
          <a:chExt cx="0" cy="0"/>
        </a:xfrm>
      </p:grpSpPr>
      <p:sp>
        <p:nvSpPr>
          <p:cNvPr id="179" name="Google Shape;179;p33"/>
          <p:cNvSpPr txBox="1"/>
          <p:nvPr>
            <p:ph type="body" idx="1"/>
          </p:nvPr>
        </p:nvSpPr>
        <p:spPr>
          <a:xfrm>
            <a:off x="415600" y="200933"/>
            <a:ext cx="11360800" cy="5890800"/>
          </a:xfrm>
          <a:prstGeom prst="rect">
            <a:avLst/>
          </a:prstGeom>
          <a:noFill/>
          <a:ln>
            <a:noFill/>
          </a:ln>
        </p:spPr>
        <p:txBody>
          <a:bodyPr spcFirstLastPara="1" wrap="square" lIns="121900" tIns="121900" rIns="121900" bIns="121900" anchor="t" anchorCtr="0">
            <a:normAutofit fontScale="85000"/>
          </a:bodyPr>
          <a:lstStyle/>
          <a:p>
            <a:pPr marL="0" lvl="0" indent="0" algn="l" rtl="0">
              <a:lnSpc>
                <a:spcPct val="115000"/>
              </a:lnSpc>
              <a:spcBef>
                <a:spcPts val="0"/>
              </a:spcBef>
              <a:spcAft>
                <a:spcPts val="0"/>
              </a:spcAft>
              <a:buSzPct val="85000"/>
              <a:buNone/>
            </a:pPr>
            <a:r>
              <a:rPr lang="en-US" sz="3335">
                <a:solidFill>
                  <a:schemeClr val="dk1"/>
                </a:solidFill>
              </a:rPr>
              <a:t>#!/bin/bash</a:t>
            </a:r>
            <a:endParaRPr sz="3335">
              <a:solidFill>
                <a:schemeClr val="dk1"/>
              </a:solidFill>
            </a:endParaRPr>
          </a:p>
          <a:p>
            <a:pPr marL="0" lvl="0" indent="0" algn="l" rtl="0">
              <a:lnSpc>
                <a:spcPct val="115000"/>
              </a:lnSpc>
              <a:spcBef>
                <a:spcPts val="1200"/>
              </a:spcBef>
              <a:spcAft>
                <a:spcPts val="0"/>
              </a:spcAft>
              <a:buSzPct val="85000"/>
              <a:buNone/>
            </a:pPr>
            <a:r>
              <a:rPr lang="en-US" sz="3335">
                <a:solidFill>
                  <a:schemeClr val="dk1"/>
                </a:solidFill>
              </a:rPr>
              <a:t>echo "Enter limit"</a:t>
            </a:r>
            <a:endParaRPr sz="3335">
              <a:solidFill>
                <a:schemeClr val="dk1"/>
              </a:solidFill>
            </a:endParaRPr>
          </a:p>
          <a:p>
            <a:pPr marL="0" lvl="0" indent="0" algn="l" rtl="0">
              <a:lnSpc>
                <a:spcPct val="115000"/>
              </a:lnSpc>
              <a:spcBef>
                <a:spcPts val="1200"/>
              </a:spcBef>
              <a:spcAft>
                <a:spcPts val="0"/>
              </a:spcAft>
              <a:buSzPct val="85000"/>
              <a:buNone/>
            </a:pPr>
            <a:r>
              <a:rPr lang="en-US" sz="3335">
                <a:solidFill>
                  <a:schemeClr val="dk1"/>
                </a:solidFill>
              </a:rPr>
              <a:t>read n</a:t>
            </a:r>
            <a:endParaRPr sz="3335">
              <a:solidFill>
                <a:schemeClr val="dk1"/>
              </a:solidFill>
            </a:endParaRPr>
          </a:p>
          <a:p>
            <a:pPr marL="0" lvl="0" indent="0" algn="l" rtl="0">
              <a:lnSpc>
                <a:spcPct val="115000"/>
              </a:lnSpc>
              <a:spcBef>
                <a:spcPts val="1200"/>
              </a:spcBef>
              <a:spcAft>
                <a:spcPts val="0"/>
              </a:spcAft>
              <a:buSzPct val="85000"/>
              <a:buNone/>
            </a:pPr>
            <a:r>
              <a:rPr lang="en-US" sz="3335">
                <a:solidFill>
                  <a:schemeClr val="dk1"/>
                </a:solidFill>
              </a:rPr>
              <a:t>i=2</a:t>
            </a:r>
            <a:endParaRPr sz="3335">
              <a:solidFill>
                <a:schemeClr val="dk1"/>
              </a:solidFill>
            </a:endParaRPr>
          </a:p>
          <a:p>
            <a:pPr marL="0" lvl="0" indent="0" algn="l" rtl="0">
              <a:lnSpc>
                <a:spcPct val="115000"/>
              </a:lnSpc>
              <a:spcBef>
                <a:spcPts val="1200"/>
              </a:spcBef>
              <a:spcAft>
                <a:spcPts val="0"/>
              </a:spcAft>
              <a:buSzPct val="85000"/>
              <a:buNone/>
            </a:pPr>
            <a:r>
              <a:rPr lang="en-US" sz="3335">
                <a:solidFill>
                  <a:srgbClr val="FF0000"/>
                </a:solidFill>
              </a:rPr>
              <a:t>while [ $i -le $n ]</a:t>
            </a:r>
            <a:endParaRPr sz="3335">
              <a:solidFill>
                <a:srgbClr val="FF0000"/>
              </a:solidFill>
            </a:endParaRPr>
          </a:p>
          <a:p>
            <a:pPr marL="0" lvl="0" indent="0" algn="l" rtl="0">
              <a:lnSpc>
                <a:spcPct val="115000"/>
              </a:lnSpc>
              <a:spcBef>
                <a:spcPts val="1200"/>
              </a:spcBef>
              <a:spcAft>
                <a:spcPts val="0"/>
              </a:spcAft>
              <a:buSzPct val="85000"/>
              <a:buNone/>
            </a:pPr>
            <a:r>
              <a:rPr lang="en-US" sz="3335">
                <a:solidFill>
                  <a:schemeClr val="dk1"/>
                </a:solidFill>
              </a:rPr>
              <a:t>do</a:t>
            </a:r>
            <a:endParaRPr sz="3335">
              <a:solidFill>
                <a:schemeClr val="dk1"/>
              </a:solidFill>
            </a:endParaRPr>
          </a:p>
          <a:p>
            <a:pPr marL="0" lvl="0" indent="0" algn="l" rtl="0">
              <a:lnSpc>
                <a:spcPct val="115000"/>
              </a:lnSpc>
              <a:spcBef>
                <a:spcPts val="1200"/>
              </a:spcBef>
              <a:spcAft>
                <a:spcPts val="0"/>
              </a:spcAft>
              <a:buSzPct val="85000"/>
              <a:buNone/>
            </a:pPr>
            <a:r>
              <a:rPr lang="en-US" sz="3335">
                <a:solidFill>
                  <a:schemeClr val="dk1"/>
                </a:solidFill>
              </a:rPr>
              <a:t>echo "$i"</a:t>
            </a:r>
            <a:endParaRPr sz="3335">
              <a:solidFill>
                <a:schemeClr val="dk1"/>
              </a:solidFill>
            </a:endParaRPr>
          </a:p>
          <a:p>
            <a:pPr marL="0" lvl="0" indent="0" algn="l" rtl="0">
              <a:lnSpc>
                <a:spcPct val="115000"/>
              </a:lnSpc>
              <a:spcBef>
                <a:spcPts val="1200"/>
              </a:spcBef>
              <a:spcAft>
                <a:spcPts val="0"/>
              </a:spcAft>
              <a:buSzPct val="85000"/>
              <a:buNone/>
            </a:pPr>
            <a:r>
              <a:rPr lang="en-US" sz="3335">
                <a:solidFill>
                  <a:schemeClr val="dk1"/>
                </a:solidFill>
              </a:rPr>
              <a:t>i=`expr $i + 2`</a:t>
            </a:r>
            <a:endParaRPr sz="3335">
              <a:solidFill>
                <a:schemeClr val="dk1"/>
              </a:solidFill>
            </a:endParaRPr>
          </a:p>
          <a:p>
            <a:pPr marL="0" lvl="0" indent="0" algn="l" rtl="0">
              <a:lnSpc>
                <a:spcPct val="115000"/>
              </a:lnSpc>
              <a:spcBef>
                <a:spcPts val="1200"/>
              </a:spcBef>
              <a:spcAft>
                <a:spcPts val="1200"/>
              </a:spcAft>
              <a:buSzPct val="85000"/>
              <a:buNone/>
            </a:pPr>
            <a:r>
              <a:rPr lang="en-US" sz="3335">
                <a:solidFill>
                  <a:srgbClr val="FF0000"/>
                </a:solidFill>
              </a:rPr>
              <a:t>done</a:t>
            </a:r>
            <a:endParaRPr sz="3335">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Effect transition="in" filter="fade">
                                      <p:cBhvr>
                                        <p:cTn id="7" dur="1000"/>
                                        <p:tgtEl>
                                          <p:spTgt spid="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Effect transition="in" filter="fade">
                                      <p:cBhvr>
                                        <p:cTn id="12" dur="1000"/>
                                        <p:tgtEl>
                                          <p:spTgt spid="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9">
                                            <p:txEl>
                                              <p:pRg st="2" end="2"/>
                                            </p:txEl>
                                          </p:spTgt>
                                        </p:tgtEl>
                                        <p:attrNameLst>
                                          <p:attrName>style.visibility</p:attrName>
                                        </p:attrNameLst>
                                      </p:cBhvr>
                                      <p:to>
                                        <p:strVal val="visible"/>
                                      </p:to>
                                    </p:set>
                                    <p:animEffect transition="in" filter="fade">
                                      <p:cBhvr>
                                        <p:cTn id="17" dur="1000"/>
                                        <p:tgtEl>
                                          <p:spTgt spid="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9">
                                            <p:txEl>
                                              <p:pRg st="3" end="3"/>
                                            </p:txEl>
                                          </p:spTgt>
                                        </p:tgtEl>
                                        <p:attrNameLst>
                                          <p:attrName>style.visibility</p:attrName>
                                        </p:attrNameLst>
                                      </p:cBhvr>
                                      <p:to>
                                        <p:strVal val="visible"/>
                                      </p:to>
                                    </p:set>
                                    <p:animEffect transition="in" filter="fade">
                                      <p:cBhvr>
                                        <p:cTn id="22" dur="1000"/>
                                        <p:tgtEl>
                                          <p:spTgt spid="1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9">
                                            <p:txEl>
                                              <p:pRg st="4" end="4"/>
                                            </p:txEl>
                                          </p:spTgt>
                                        </p:tgtEl>
                                        <p:attrNameLst>
                                          <p:attrName>style.visibility</p:attrName>
                                        </p:attrNameLst>
                                      </p:cBhvr>
                                      <p:to>
                                        <p:strVal val="visible"/>
                                      </p:to>
                                    </p:set>
                                    <p:animEffect transition="in" filter="fade">
                                      <p:cBhvr>
                                        <p:cTn id="27" dur="1000"/>
                                        <p:tgtEl>
                                          <p:spTgt spid="1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9">
                                            <p:txEl>
                                              <p:pRg st="5" end="5"/>
                                            </p:txEl>
                                          </p:spTgt>
                                        </p:tgtEl>
                                        <p:attrNameLst>
                                          <p:attrName>style.visibility</p:attrName>
                                        </p:attrNameLst>
                                      </p:cBhvr>
                                      <p:to>
                                        <p:strVal val="visible"/>
                                      </p:to>
                                    </p:set>
                                    <p:animEffect transition="in" filter="fade">
                                      <p:cBhvr>
                                        <p:cTn id="32" dur="1000"/>
                                        <p:tgtEl>
                                          <p:spTgt spid="1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9">
                                            <p:txEl>
                                              <p:pRg st="6" end="6"/>
                                            </p:txEl>
                                          </p:spTgt>
                                        </p:tgtEl>
                                        <p:attrNameLst>
                                          <p:attrName>style.visibility</p:attrName>
                                        </p:attrNameLst>
                                      </p:cBhvr>
                                      <p:to>
                                        <p:strVal val="visible"/>
                                      </p:to>
                                    </p:set>
                                    <p:animEffect transition="in" filter="fade">
                                      <p:cBhvr>
                                        <p:cTn id="37" dur="1000"/>
                                        <p:tgtEl>
                                          <p:spTgt spid="1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9">
                                            <p:txEl>
                                              <p:pRg st="7" end="7"/>
                                            </p:txEl>
                                          </p:spTgt>
                                        </p:tgtEl>
                                        <p:attrNameLst>
                                          <p:attrName>style.visibility</p:attrName>
                                        </p:attrNameLst>
                                      </p:cBhvr>
                                      <p:to>
                                        <p:strVal val="visible"/>
                                      </p:to>
                                    </p:set>
                                    <p:animEffect transition="in" filter="fade">
                                      <p:cBhvr>
                                        <p:cTn id="42" dur="1000"/>
                                        <p:tgtEl>
                                          <p:spTgt spid="1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9">
                                            <p:txEl>
                                              <p:pRg st="8" end="8"/>
                                            </p:txEl>
                                          </p:spTgt>
                                        </p:tgtEl>
                                        <p:attrNameLst>
                                          <p:attrName>style.visibility</p:attrName>
                                        </p:attrNameLst>
                                      </p:cBhvr>
                                      <p:to>
                                        <p:strVal val="visible"/>
                                      </p:to>
                                    </p:set>
                                    <p:animEffect transition="in" filter="fade">
                                      <p:cBhvr>
                                        <p:cTn id="47" dur="1000"/>
                                        <p:tgtEl>
                                          <p:spTgt spid="179">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break</a:t>
            </a:r>
            <a:endParaRPr>
              <a:solidFill>
                <a:srgbClr val="FF0000"/>
              </a:solidFill>
            </a:endParaRPr>
          </a:p>
        </p:txBody>
      </p:sp>
      <p:sp>
        <p:nvSpPr>
          <p:cNvPr id="185" name="Google Shape;185;p34"/>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check if a number is prime or not.</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
                                            <p:txEl>
                                              <p:pRg st="0" end="0"/>
                                            </p:txEl>
                                          </p:spTgt>
                                        </p:tgtEl>
                                        <p:attrNameLst>
                                          <p:attrName>style.visibility</p:attrName>
                                        </p:attrNameLst>
                                      </p:cBhvr>
                                      <p:to>
                                        <p:strVal val="visible"/>
                                      </p:to>
                                    </p:set>
                                    <p:animEffect transition="in" filter="fade">
                                      <p:cBhvr>
                                        <p:cTn id="7" dur="1000"/>
                                        <p:tgtEl>
                                          <p:spTgt spid="185">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endParaRPr>
              <a:solidFill>
                <a:srgbClr val="FF0000"/>
              </a:solidFill>
            </a:endParaRPr>
          </a:p>
        </p:txBody>
      </p:sp>
      <p:sp>
        <p:nvSpPr>
          <p:cNvPr id="191" name="Google Shape;191;p35"/>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0"/>
              </a:spcAft>
              <a:buSzPts val="1800"/>
              <a:buNone/>
            </a:pPr>
            <a:r>
              <a:rPr lang="en-US" sz="3335">
                <a:solidFill>
                  <a:schemeClr val="dk1"/>
                </a:solidFill>
              </a:rPr>
              <a:t>#!/bin/bash</a:t>
            </a:r>
            <a:endParaRPr sz="3335">
              <a:solidFill>
                <a:schemeClr val="dk1"/>
              </a:solidFill>
            </a:endParaRPr>
          </a:p>
          <a:p>
            <a:pPr marL="0" lvl="0" indent="0" algn="l" rtl="0">
              <a:lnSpc>
                <a:spcPct val="115000"/>
              </a:lnSpc>
              <a:spcBef>
                <a:spcPts val="1200"/>
              </a:spcBef>
              <a:spcAft>
                <a:spcPts val="0"/>
              </a:spcAft>
              <a:buSzPts val="1800"/>
              <a:buNone/>
            </a:pPr>
            <a:r>
              <a:rPr lang="en-US" sz="3335">
                <a:solidFill>
                  <a:schemeClr val="dk1"/>
                </a:solidFill>
              </a:rPr>
              <a:t>echo -n "Enter the number : "</a:t>
            </a:r>
            <a:endParaRPr sz="3335">
              <a:solidFill>
                <a:schemeClr val="dk1"/>
              </a:solidFill>
            </a:endParaRPr>
          </a:p>
          <a:p>
            <a:pPr marL="0" lvl="0" indent="0" algn="l" rtl="0">
              <a:lnSpc>
                <a:spcPct val="115000"/>
              </a:lnSpc>
              <a:spcBef>
                <a:spcPts val="1200"/>
              </a:spcBef>
              <a:spcAft>
                <a:spcPts val="0"/>
              </a:spcAft>
              <a:buSzPts val="1800"/>
              <a:buNone/>
            </a:pPr>
            <a:r>
              <a:rPr lang="en-US" sz="3335">
                <a:solidFill>
                  <a:schemeClr val="dk1"/>
                </a:solidFill>
              </a:rPr>
              <a:t>read num</a:t>
            </a:r>
            <a:endParaRPr sz="3335">
              <a:solidFill>
                <a:schemeClr val="dk1"/>
              </a:solidFill>
            </a:endParaRPr>
          </a:p>
          <a:p>
            <a:pPr marL="0" lvl="0" indent="0" algn="l" rtl="0">
              <a:lnSpc>
                <a:spcPct val="115000"/>
              </a:lnSpc>
              <a:spcBef>
                <a:spcPts val="1200"/>
              </a:spcBef>
              <a:spcAft>
                <a:spcPts val="1200"/>
              </a:spcAft>
              <a:buSzPts val="1800"/>
              <a:buNone/>
            </a:pPr>
            <a:r>
              <a:rPr lang="en-US" sz="3335">
                <a:solidFill>
                  <a:schemeClr val="dk1"/>
                </a:solidFill>
              </a:rPr>
              <a:t>flag=0</a:t>
            </a:r>
            <a:endParaRPr sz="33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animEffect transition="in" filter="fade">
                                      <p:cBhvr>
                                        <p:cTn id="7" dur="1000"/>
                                        <p:tgtEl>
                                          <p:spTgt spid="1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1">
                                            <p:txEl>
                                              <p:pRg st="1" end="1"/>
                                            </p:txEl>
                                          </p:spTgt>
                                        </p:tgtEl>
                                        <p:attrNameLst>
                                          <p:attrName>style.visibility</p:attrName>
                                        </p:attrNameLst>
                                      </p:cBhvr>
                                      <p:to>
                                        <p:strVal val="visible"/>
                                      </p:to>
                                    </p:set>
                                    <p:animEffect transition="in" filter="fade">
                                      <p:cBhvr>
                                        <p:cTn id="12" dur="1000"/>
                                        <p:tgtEl>
                                          <p:spTgt spid="1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1">
                                            <p:txEl>
                                              <p:pRg st="2" end="2"/>
                                            </p:txEl>
                                          </p:spTgt>
                                        </p:tgtEl>
                                        <p:attrNameLst>
                                          <p:attrName>style.visibility</p:attrName>
                                        </p:attrNameLst>
                                      </p:cBhvr>
                                      <p:to>
                                        <p:strVal val="visible"/>
                                      </p:to>
                                    </p:set>
                                    <p:animEffect transition="in" filter="fade">
                                      <p:cBhvr>
                                        <p:cTn id="17" dur="1000"/>
                                        <p:tgtEl>
                                          <p:spTgt spid="1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1">
                                            <p:txEl>
                                              <p:pRg st="3" end="3"/>
                                            </p:txEl>
                                          </p:spTgt>
                                        </p:tgtEl>
                                        <p:attrNameLst>
                                          <p:attrName>style.visibility</p:attrName>
                                        </p:attrNameLst>
                                      </p:cBhvr>
                                      <p:to>
                                        <p:strVal val="visible"/>
                                      </p:to>
                                    </p:set>
                                    <p:animEffect transition="in" filter="fade">
                                      <p:cBhvr>
                                        <p:cTn id="22" dur="1000"/>
                                        <p:tgtEl>
                                          <p:spTgt spid="19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36"/>
          <p:cNvSpPr txBox="1"/>
          <p:nvPr>
            <p:ph type="body" idx="1"/>
          </p:nvPr>
        </p:nvSpPr>
        <p:spPr>
          <a:xfrm>
            <a:off x="415600" y="518667"/>
            <a:ext cx="11360800" cy="45552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SzPts val="770"/>
              <a:buNone/>
            </a:pPr>
            <a:r>
              <a:rPr lang="en-US" sz="3535">
                <a:solidFill>
                  <a:schemeClr val="dk1"/>
                </a:solidFill>
              </a:rPr>
              <a:t>for(( i=2; i&lt;num; i++ ))</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do</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	if [ $((num%i)) -eq 0 ]</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	then</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    	     flag=1</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    	     break</a:t>
            </a:r>
            <a:endParaRPr sz="3535">
              <a:solidFill>
                <a:schemeClr val="dk1"/>
              </a:solidFill>
            </a:endParaRPr>
          </a:p>
          <a:p>
            <a:pPr marL="0" lvl="0" indent="0" algn="l" rtl="0">
              <a:lnSpc>
                <a:spcPct val="95000"/>
              </a:lnSpc>
              <a:spcBef>
                <a:spcPts val="1200"/>
              </a:spcBef>
              <a:spcAft>
                <a:spcPts val="0"/>
              </a:spcAft>
              <a:buSzPts val="770"/>
              <a:buNone/>
            </a:pPr>
            <a:r>
              <a:rPr lang="en-US" sz="3535">
                <a:solidFill>
                  <a:schemeClr val="dk1"/>
                </a:solidFill>
              </a:rPr>
              <a:t>	fi</a:t>
            </a:r>
            <a:endParaRPr sz="3535">
              <a:solidFill>
                <a:schemeClr val="dk1"/>
              </a:solidFill>
            </a:endParaRPr>
          </a:p>
          <a:p>
            <a:pPr marL="0" lvl="0" indent="0" algn="l" rtl="0">
              <a:lnSpc>
                <a:spcPct val="95000"/>
              </a:lnSpc>
              <a:spcBef>
                <a:spcPts val="1200"/>
              </a:spcBef>
              <a:spcAft>
                <a:spcPts val="1200"/>
              </a:spcAft>
              <a:buSzPts val="770"/>
              <a:buNone/>
            </a:pPr>
            <a:r>
              <a:rPr lang="en-US" sz="3535">
                <a:solidFill>
                  <a:schemeClr val="dk1"/>
                </a:solidFill>
              </a:rPr>
              <a:t>done</a:t>
            </a:r>
            <a:endParaRPr sz="3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animEffect transition="in" filter="fade">
                                      <p:cBhvr>
                                        <p:cTn id="7" dur="1000"/>
                                        <p:tgtEl>
                                          <p:spTgt spid="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
                                            <p:txEl>
                                              <p:pRg st="1" end="1"/>
                                            </p:txEl>
                                          </p:spTgt>
                                        </p:tgtEl>
                                        <p:attrNameLst>
                                          <p:attrName>style.visibility</p:attrName>
                                        </p:attrNameLst>
                                      </p:cBhvr>
                                      <p:to>
                                        <p:strVal val="visible"/>
                                      </p:to>
                                    </p:set>
                                    <p:animEffect transition="in" filter="fade">
                                      <p:cBhvr>
                                        <p:cTn id="12" dur="1000"/>
                                        <p:tgtEl>
                                          <p:spTgt spid="1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6">
                                            <p:txEl>
                                              <p:pRg st="2" end="2"/>
                                            </p:txEl>
                                          </p:spTgt>
                                        </p:tgtEl>
                                        <p:attrNameLst>
                                          <p:attrName>style.visibility</p:attrName>
                                        </p:attrNameLst>
                                      </p:cBhvr>
                                      <p:to>
                                        <p:strVal val="visible"/>
                                      </p:to>
                                    </p:set>
                                    <p:animEffect transition="in" filter="fade">
                                      <p:cBhvr>
                                        <p:cTn id="17" dur="1000"/>
                                        <p:tgtEl>
                                          <p:spTgt spid="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6">
                                            <p:txEl>
                                              <p:pRg st="3" end="3"/>
                                            </p:txEl>
                                          </p:spTgt>
                                        </p:tgtEl>
                                        <p:attrNameLst>
                                          <p:attrName>style.visibility</p:attrName>
                                        </p:attrNameLst>
                                      </p:cBhvr>
                                      <p:to>
                                        <p:strVal val="visible"/>
                                      </p:to>
                                    </p:set>
                                    <p:animEffect transition="in" filter="fade">
                                      <p:cBhvr>
                                        <p:cTn id="22" dur="1000"/>
                                        <p:tgtEl>
                                          <p:spTgt spid="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6">
                                            <p:txEl>
                                              <p:pRg st="4" end="4"/>
                                            </p:txEl>
                                          </p:spTgt>
                                        </p:tgtEl>
                                        <p:attrNameLst>
                                          <p:attrName>style.visibility</p:attrName>
                                        </p:attrNameLst>
                                      </p:cBhvr>
                                      <p:to>
                                        <p:strVal val="visible"/>
                                      </p:to>
                                    </p:set>
                                    <p:animEffect transition="in" filter="fade">
                                      <p:cBhvr>
                                        <p:cTn id="27" dur="1000"/>
                                        <p:tgtEl>
                                          <p:spTgt spid="1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6">
                                            <p:txEl>
                                              <p:pRg st="5" end="5"/>
                                            </p:txEl>
                                          </p:spTgt>
                                        </p:tgtEl>
                                        <p:attrNameLst>
                                          <p:attrName>style.visibility</p:attrName>
                                        </p:attrNameLst>
                                      </p:cBhvr>
                                      <p:to>
                                        <p:strVal val="visible"/>
                                      </p:to>
                                    </p:set>
                                    <p:animEffect transition="in" filter="fade">
                                      <p:cBhvr>
                                        <p:cTn id="32" dur="1000"/>
                                        <p:tgtEl>
                                          <p:spTgt spid="19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6">
                                            <p:txEl>
                                              <p:pRg st="6" end="6"/>
                                            </p:txEl>
                                          </p:spTgt>
                                        </p:tgtEl>
                                        <p:attrNameLst>
                                          <p:attrName>style.visibility</p:attrName>
                                        </p:attrNameLst>
                                      </p:cBhvr>
                                      <p:to>
                                        <p:strVal val="visible"/>
                                      </p:to>
                                    </p:set>
                                    <p:animEffect transition="in" filter="fade">
                                      <p:cBhvr>
                                        <p:cTn id="37" dur="1000"/>
                                        <p:tgtEl>
                                          <p:spTgt spid="19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6">
                                            <p:txEl>
                                              <p:pRg st="7" end="7"/>
                                            </p:txEl>
                                          </p:spTgt>
                                        </p:tgtEl>
                                        <p:attrNameLst>
                                          <p:attrName>style.visibility</p:attrName>
                                        </p:attrNameLst>
                                      </p:cBhvr>
                                      <p:to>
                                        <p:strVal val="visible"/>
                                      </p:to>
                                    </p:set>
                                    <p:animEffect transition="in" filter="fade">
                                      <p:cBhvr>
                                        <p:cTn id="42" dur="1000"/>
                                        <p:tgtEl>
                                          <p:spTgt spid="196">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7"/>
          <p:cNvSpPr txBox="1"/>
          <p:nvPr>
            <p:ph type="body" idx="1"/>
          </p:nvPr>
        </p:nvSpPr>
        <p:spPr>
          <a:xfrm>
            <a:off x="415600" y="518667"/>
            <a:ext cx="11360800" cy="45552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Clr>
                <a:schemeClr val="dk1"/>
              </a:buClr>
              <a:buSzPts val="1100"/>
              <a:buFont typeface="Arial" panose="020B0604020202020204"/>
              <a:buNone/>
            </a:pPr>
            <a:r>
              <a:rPr lang="en-US" sz="3535">
                <a:solidFill>
                  <a:schemeClr val="dk1"/>
                </a:solidFill>
              </a:rPr>
              <a:t>if [ $flag -eq 0 ]</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3535">
                <a:solidFill>
                  <a:schemeClr val="dk1"/>
                </a:solidFill>
              </a:rPr>
              <a:t>then</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3535">
                <a:solidFill>
                  <a:schemeClr val="dk1"/>
                </a:solidFill>
              </a:rPr>
              <a:t>	echo "$num is a prime number"</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3535">
                <a:solidFill>
                  <a:schemeClr val="dk1"/>
                </a:solidFill>
              </a:rPr>
              <a:t>else</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3535">
                <a:solidFill>
                  <a:schemeClr val="dk1"/>
                </a:solidFill>
              </a:rPr>
              <a:t>	echo "$num is not a prime number"</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r>
              <a:rPr lang="en-US" sz="3535">
                <a:solidFill>
                  <a:schemeClr val="dk1"/>
                </a:solidFill>
              </a:rPr>
              <a:t>fi</a:t>
            </a:r>
            <a:endParaRPr sz="3535">
              <a:solidFill>
                <a:schemeClr val="dk1"/>
              </a:solidFill>
            </a:endParaRPr>
          </a:p>
          <a:p>
            <a:pPr marL="0" lvl="0" indent="0" algn="l" rtl="0">
              <a:lnSpc>
                <a:spcPct val="95000"/>
              </a:lnSpc>
              <a:spcBef>
                <a:spcPts val="1200"/>
              </a:spcBef>
              <a:spcAft>
                <a:spcPts val="0"/>
              </a:spcAft>
              <a:buClr>
                <a:schemeClr val="dk1"/>
              </a:buClr>
              <a:buSzPts val="1100"/>
              <a:buFont typeface="Arial" panose="020B0604020202020204"/>
              <a:buNone/>
            </a:pPr>
            <a:endParaRPr sz="3535">
              <a:solidFill>
                <a:schemeClr val="dk1"/>
              </a:solidFill>
            </a:endParaRPr>
          </a:p>
          <a:p>
            <a:pPr marL="0" lvl="0" indent="0" algn="l" rtl="0">
              <a:lnSpc>
                <a:spcPct val="95000"/>
              </a:lnSpc>
              <a:spcBef>
                <a:spcPts val="1200"/>
              </a:spcBef>
              <a:spcAft>
                <a:spcPts val="1200"/>
              </a:spcAft>
              <a:buSzPts val="770"/>
              <a:buNone/>
            </a:pPr>
            <a:endParaRPr sz="3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animEffect transition="in" filter="fade">
                                      <p:cBhvr>
                                        <p:cTn id="7" dur="1000"/>
                                        <p:tgtEl>
                                          <p:spTgt spid="2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
                                            <p:txEl>
                                              <p:pRg st="1" end="1"/>
                                            </p:txEl>
                                          </p:spTgt>
                                        </p:tgtEl>
                                        <p:attrNameLst>
                                          <p:attrName>style.visibility</p:attrName>
                                        </p:attrNameLst>
                                      </p:cBhvr>
                                      <p:to>
                                        <p:strVal val="visible"/>
                                      </p:to>
                                    </p:set>
                                    <p:animEffect transition="in" filter="fade">
                                      <p:cBhvr>
                                        <p:cTn id="12" dur="1000"/>
                                        <p:tgtEl>
                                          <p:spTgt spid="2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1">
                                            <p:txEl>
                                              <p:pRg st="2" end="2"/>
                                            </p:txEl>
                                          </p:spTgt>
                                        </p:tgtEl>
                                        <p:attrNameLst>
                                          <p:attrName>style.visibility</p:attrName>
                                        </p:attrNameLst>
                                      </p:cBhvr>
                                      <p:to>
                                        <p:strVal val="visible"/>
                                      </p:to>
                                    </p:set>
                                    <p:animEffect transition="in" filter="fade">
                                      <p:cBhvr>
                                        <p:cTn id="17" dur="1000"/>
                                        <p:tgtEl>
                                          <p:spTgt spid="20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1">
                                            <p:txEl>
                                              <p:pRg st="3" end="3"/>
                                            </p:txEl>
                                          </p:spTgt>
                                        </p:tgtEl>
                                        <p:attrNameLst>
                                          <p:attrName>style.visibility</p:attrName>
                                        </p:attrNameLst>
                                      </p:cBhvr>
                                      <p:to>
                                        <p:strVal val="visible"/>
                                      </p:to>
                                    </p:set>
                                    <p:animEffect transition="in" filter="fade">
                                      <p:cBhvr>
                                        <p:cTn id="22" dur="1000"/>
                                        <p:tgtEl>
                                          <p:spTgt spid="20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1">
                                            <p:txEl>
                                              <p:pRg st="4" end="4"/>
                                            </p:txEl>
                                          </p:spTgt>
                                        </p:tgtEl>
                                        <p:attrNameLst>
                                          <p:attrName>style.visibility</p:attrName>
                                        </p:attrNameLst>
                                      </p:cBhvr>
                                      <p:to>
                                        <p:strVal val="visible"/>
                                      </p:to>
                                    </p:set>
                                    <p:animEffect transition="in" filter="fade">
                                      <p:cBhvr>
                                        <p:cTn id="27" dur="1000"/>
                                        <p:tgtEl>
                                          <p:spTgt spid="20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1">
                                            <p:txEl>
                                              <p:pRg st="5" end="5"/>
                                            </p:txEl>
                                          </p:spTgt>
                                        </p:tgtEl>
                                        <p:attrNameLst>
                                          <p:attrName>style.visibility</p:attrName>
                                        </p:attrNameLst>
                                      </p:cBhvr>
                                      <p:to>
                                        <p:strVal val="visible"/>
                                      </p:to>
                                    </p:set>
                                    <p:animEffect transition="in" filter="fade">
                                      <p:cBhvr>
                                        <p:cTn id="32" dur="1000"/>
                                        <p:tgtEl>
                                          <p:spTgt spid="20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1">
                                            <p:txEl>
                                              <p:pRg st="6" end="6"/>
                                            </p:txEl>
                                          </p:spTgt>
                                        </p:tgtEl>
                                        <p:attrNameLst>
                                          <p:attrName>style.visibility</p:attrName>
                                        </p:attrNameLst>
                                      </p:cBhvr>
                                      <p:to>
                                        <p:strVal val="visible"/>
                                      </p:to>
                                    </p:set>
                                    <p:animEffect transition="in" filter="fade">
                                      <p:cBhvr>
                                        <p:cTn id="37" dur="1000"/>
                                        <p:tgtEl>
                                          <p:spTgt spid="20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1">
                                            <p:txEl>
                                              <p:pRg st="7" end="7"/>
                                            </p:txEl>
                                          </p:spTgt>
                                        </p:tgtEl>
                                        <p:attrNameLst>
                                          <p:attrName>style.visibility</p:attrName>
                                        </p:attrNameLst>
                                      </p:cBhvr>
                                      <p:to>
                                        <p:strVal val="visible"/>
                                      </p:to>
                                    </p:set>
                                    <p:animEffect transition="in" filter="fade">
                                      <p:cBhvr>
                                        <p:cTn id="42" dur="1000"/>
                                        <p:tgtEl>
                                          <p:spTgt spid="201">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endParaRPr>
              <a:solidFill>
                <a:srgbClr val="FF0000"/>
              </a:solidFill>
            </a:endParaRPr>
          </a:p>
        </p:txBody>
      </p:sp>
      <p:sp>
        <p:nvSpPr>
          <p:cNvPr id="207" name="Google Shape;207;p38"/>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print all numbers from 1 to 100</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animEffect transition="in" filter="fade">
                                      <p:cBhvr>
                                        <p:cTn id="7" dur="1000"/>
                                        <p:tgtEl>
                                          <p:spTgt spid="207">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endParaRPr>
              <a:solidFill>
                <a:srgbClr val="FF0000"/>
              </a:solidFill>
            </a:endParaRPr>
          </a:p>
        </p:txBody>
      </p:sp>
      <p:sp>
        <p:nvSpPr>
          <p:cNvPr id="213" name="Google Shape;213;p39"/>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Autofit/>
          </a:bodyPr>
          <a:lstStyle/>
          <a:p>
            <a:pPr marL="0" lvl="0" indent="0" algn="l" rtl="0">
              <a:lnSpc>
                <a:spcPct val="95000"/>
              </a:lnSpc>
              <a:spcBef>
                <a:spcPts val="0"/>
              </a:spcBef>
              <a:spcAft>
                <a:spcPts val="0"/>
              </a:spcAft>
              <a:buSzPts val="935"/>
              <a:buNone/>
            </a:pPr>
            <a:r>
              <a:rPr lang="en-US" sz="4035">
                <a:solidFill>
                  <a:schemeClr val="dk1"/>
                </a:solidFill>
              </a:rPr>
              <a:t>#!/bin/bash</a:t>
            </a:r>
            <a:endParaRPr sz="4035">
              <a:solidFill>
                <a:schemeClr val="dk1"/>
              </a:solidFill>
            </a:endParaRPr>
          </a:p>
          <a:p>
            <a:pPr marL="0" lvl="0" indent="0" algn="l" rtl="0">
              <a:lnSpc>
                <a:spcPct val="95000"/>
              </a:lnSpc>
              <a:spcBef>
                <a:spcPts val="1200"/>
              </a:spcBef>
              <a:spcAft>
                <a:spcPts val="0"/>
              </a:spcAft>
              <a:buSzPts val="935"/>
              <a:buNone/>
            </a:pPr>
            <a:r>
              <a:rPr lang="en-US" sz="4035">
                <a:solidFill>
                  <a:schemeClr val="dk1"/>
                </a:solidFill>
              </a:rPr>
              <a:t>for(( i=1; i&lt;=100; i++ ))</a:t>
            </a:r>
            <a:endParaRPr sz="4035">
              <a:solidFill>
                <a:schemeClr val="dk1"/>
              </a:solidFill>
            </a:endParaRPr>
          </a:p>
          <a:p>
            <a:pPr marL="0" lvl="0" indent="0" algn="l" rtl="0">
              <a:lnSpc>
                <a:spcPct val="95000"/>
              </a:lnSpc>
              <a:spcBef>
                <a:spcPts val="1200"/>
              </a:spcBef>
              <a:spcAft>
                <a:spcPts val="0"/>
              </a:spcAft>
              <a:buSzPts val="935"/>
              <a:buNone/>
            </a:pPr>
            <a:r>
              <a:rPr lang="en-US" sz="4035">
                <a:solidFill>
                  <a:schemeClr val="dk1"/>
                </a:solidFill>
              </a:rPr>
              <a:t>do</a:t>
            </a:r>
            <a:endParaRPr sz="4035">
              <a:solidFill>
                <a:schemeClr val="dk1"/>
              </a:solidFill>
            </a:endParaRPr>
          </a:p>
          <a:p>
            <a:pPr marL="0" lvl="0" indent="0" algn="l" rtl="0">
              <a:lnSpc>
                <a:spcPct val="95000"/>
              </a:lnSpc>
              <a:spcBef>
                <a:spcPts val="1200"/>
              </a:spcBef>
              <a:spcAft>
                <a:spcPts val="0"/>
              </a:spcAft>
              <a:buSzPts val="935"/>
              <a:buNone/>
            </a:pPr>
            <a:r>
              <a:rPr lang="en-US" sz="4035">
                <a:solidFill>
                  <a:schemeClr val="dk1"/>
                </a:solidFill>
              </a:rPr>
              <a:t>echo "$i"</a:t>
            </a:r>
            <a:endParaRPr sz="4035">
              <a:solidFill>
                <a:schemeClr val="dk1"/>
              </a:solidFill>
            </a:endParaRPr>
          </a:p>
          <a:p>
            <a:pPr marL="0" lvl="0" indent="0" algn="l" rtl="0">
              <a:lnSpc>
                <a:spcPct val="95000"/>
              </a:lnSpc>
              <a:spcBef>
                <a:spcPts val="1200"/>
              </a:spcBef>
              <a:spcAft>
                <a:spcPts val="0"/>
              </a:spcAft>
              <a:buSzPts val="935"/>
              <a:buNone/>
            </a:pPr>
            <a:r>
              <a:rPr lang="en-US" sz="4035">
                <a:solidFill>
                  <a:schemeClr val="dk1"/>
                </a:solidFill>
              </a:rPr>
              <a:t>done</a:t>
            </a:r>
            <a:endParaRPr sz="4035">
              <a:solidFill>
                <a:schemeClr val="dk1"/>
              </a:solidFill>
            </a:endParaRPr>
          </a:p>
          <a:p>
            <a:pPr marL="0" lvl="0" indent="0" algn="l" rtl="0">
              <a:lnSpc>
                <a:spcPct val="95000"/>
              </a:lnSpc>
              <a:spcBef>
                <a:spcPts val="1200"/>
              </a:spcBef>
              <a:spcAft>
                <a:spcPts val="0"/>
              </a:spcAft>
              <a:buSzPts val="935"/>
              <a:buNone/>
            </a:pPr>
            <a:endParaRPr sz="4035">
              <a:solidFill>
                <a:schemeClr val="dk1"/>
              </a:solidFill>
            </a:endParaRPr>
          </a:p>
          <a:p>
            <a:pPr marL="0" lvl="0" indent="0" algn="l" rtl="0">
              <a:lnSpc>
                <a:spcPct val="95000"/>
              </a:lnSpc>
              <a:spcBef>
                <a:spcPts val="1200"/>
              </a:spcBef>
              <a:spcAft>
                <a:spcPts val="1200"/>
              </a:spcAft>
              <a:buSzPts val="935"/>
              <a:buNone/>
            </a:pPr>
            <a:endParaRPr sz="40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
                                            <p:txEl>
                                              <p:pRg st="0" end="0"/>
                                            </p:txEl>
                                          </p:spTgt>
                                        </p:tgtEl>
                                        <p:attrNameLst>
                                          <p:attrName>style.visibility</p:attrName>
                                        </p:attrNameLst>
                                      </p:cBhvr>
                                      <p:to>
                                        <p:strVal val="visible"/>
                                      </p:to>
                                    </p:set>
                                    <p:animEffect transition="in" filter="fade">
                                      <p:cBhvr>
                                        <p:cTn id="7" dur="1000"/>
                                        <p:tgtEl>
                                          <p:spTgt spid="2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xEl>
                                              <p:pRg st="1" end="1"/>
                                            </p:txEl>
                                          </p:spTgt>
                                        </p:tgtEl>
                                        <p:attrNameLst>
                                          <p:attrName>style.visibility</p:attrName>
                                        </p:attrNameLst>
                                      </p:cBhvr>
                                      <p:to>
                                        <p:strVal val="visible"/>
                                      </p:to>
                                    </p:set>
                                    <p:animEffect transition="in" filter="fade">
                                      <p:cBhvr>
                                        <p:cTn id="12" dur="1000"/>
                                        <p:tgtEl>
                                          <p:spTgt spid="2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3">
                                            <p:txEl>
                                              <p:pRg st="2" end="2"/>
                                            </p:txEl>
                                          </p:spTgt>
                                        </p:tgtEl>
                                        <p:attrNameLst>
                                          <p:attrName>style.visibility</p:attrName>
                                        </p:attrNameLst>
                                      </p:cBhvr>
                                      <p:to>
                                        <p:strVal val="visible"/>
                                      </p:to>
                                    </p:set>
                                    <p:animEffect transition="in" filter="fade">
                                      <p:cBhvr>
                                        <p:cTn id="17" dur="1000"/>
                                        <p:tgtEl>
                                          <p:spTgt spid="2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3">
                                            <p:txEl>
                                              <p:pRg st="3" end="3"/>
                                            </p:txEl>
                                          </p:spTgt>
                                        </p:tgtEl>
                                        <p:attrNameLst>
                                          <p:attrName>style.visibility</p:attrName>
                                        </p:attrNameLst>
                                      </p:cBhvr>
                                      <p:to>
                                        <p:strVal val="visible"/>
                                      </p:to>
                                    </p:set>
                                    <p:animEffect transition="in" filter="fade">
                                      <p:cBhvr>
                                        <p:cTn id="22" dur="1000"/>
                                        <p:tgtEl>
                                          <p:spTgt spid="2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3">
                                            <p:txEl>
                                              <p:pRg st="4" end="4"/>
                                            </p:txEl>
                                          </p:spTgt>
                                        </p:tgtEl>
                                        <p:attrNameLst>
                                          <p:attrName>style.visibility</p:attrName>
                                        </p:attrNameLst>
                                      </p:cBhvr>
                                      <p:to>
                                        <p:strVal val="visible"/>
                                      </p:to>
                                    </p:set>
                                    <p:animEffect transition="in" filter="fade">
                                      <p:cBhvr>
                                        <p:cTn id="27" dur="1000"/>
                                        <p:tgtEl>
                                          <p:spTgt spid="2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3">
                                            <p:txEl>
                                              <p:pRg st="5" end="5"/>
                                            </p:txEl>
                                          </p:spTgt>
                                        </p:tgtEl>
                                        <p:attrNameLst>
                                          <p:attrName>style.visibility</p:attrName>
                                        </p:attrNameLst>
                                      </p:cBhvr>
                                      <p:to>
                                        <p:strVal val="visible"/>
                                      </p:to>
                                    </p:set>
                                    <p:animEffect transition="in" filter="fade">
                                      <p:cBhvr>
                                        <p:cTn id="32" dur="1000"/>
                                        <p:tgtEl>
                                          <p:spTgt spid="2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3">
                                            <p:txEl>
                                              <p:pRg st="6" end="6"/>
                                            </p:txEl>
                                          </p:spTgt>
                                        </p:tgtEl>
                                        <p:attrNameLst>
                                          <p:attrName>style.visibility</p:attrName>
                                        </p:attrNameLst>
                                      </p:cBhvr>
                                      <p:to>
                                        <p:strVal val="visible"/>
                                      </p:to>
                                    </p:set>
                                    <p:animEffect transition="in" filter="fade">
                                      <p:cBhvr>
                                        <p:cTn id="37" dur="1000"/>
                                        <p:tgtEl>
                                          <p:spTgt spid="213">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p40"/>
          <p:cNvSpPr txBox="1"/>
          <p:nvPr>
            <p:ph type="body" idx="1"/>
          </p:nvPr>
        </p:nvSpPr>
        <p:spPr>
          <a:xfrm>
            <a:off x="415600" y="432033"/>
            <a:ext cx="11360800" cy="62188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0"/>
              </a:spcAft>
              <a:buSzPts val="1800"/>
              <a:buNone/>
            </a:pPr>
            <a:r>
              <a:rPr lang="en-US" sz="3335">
                <a:solidFill>
                  <a:schemeClr val="dk1"/>
                </a:solidFill>
              </a:rPr>
              <a:t>Step 1: Start</a:t>
            </a:r>
            <a:endParaRPr sz="3335">
              <a:solidFill>
                <a:schemeClr val="dk1"/>
              </a:solidFill>
            </a:endParaRPr>
          </a:p>
          <a:p>
            <a:pPr marL="0" lvl="0" indent="0" algn="l" rtl="0">
              <a:lnSpc>
                <a:spcPct val="115000"/>
              </a:lnSpc>
              <a:spcBef>
                <a:spcPts val="1200"/>
              </a:spcBef>
              <a:spcAft>
                <a:spcPts val="0"/>
              </a:spcAft>
              <a:buSzPts val="1800"/>
              <a:buNone/>
            </a:pPr>
            <a:r>
              <a:rPr lang="en-US" sz="3335">
                <a:solidFill>
                  <a:schemeClr val="dk1"/>
                </a:solidFill>
              </a:rPr>
              <a:t>Step 2: Write the shebang directive</a:t>
            </a:r>
            <a:endParaRPr sz="3335">
              <a:solidFill>
                <a:schemeClr val="dk1"/>
              </a:solidFill>
            </a:endParaRPr>
          </a:p>
          <a:p>
            <a:pPr marL="0" lvl="0" indent="0" algn="l" rtl="0">
              <a:lnSpc>
                <a:spcPct val="115000"/>
              </a:lnSpc>
              <a:spcBef>
                <a:spcPts val="1200"/>
              </a:spcBef>
              <a:spcAft>
                <a:spcPts val="0"/>
              </a:spcAft>
              <a:buSzPts val="1800"/>
              <a:buNone/>
            </a:pPr>
            <a:r>
              <a:rPr lang="en-US" sz="3335">
                <a:solidFill>
                  <a:schemeClr val="dk1"/>
                </a:solidFill>
              </a:rPr>
              <a:t>Step 3: Initialise i = 1</a:t>
            </a:r>
            <a:endParaRPr sz="3335">
              <a:solidFill>
                <a:schemeClr val="dk1"/>
              </a:solidFill>
            </a:endParaRPr>
          </a:p>
          <a:p>
            <a:pPr marL="0" lvl="0" indent="0" algn="l" rtl="0">
              <a:lnSpc>
                <a:spcPct val="115000"/>
              </a:lnSpc>
              <a:spcBef>
                <a:spcPts val="1200"/>
              </a:spcBef>
              <a:spcAft>
                <a:spcPts val="0"/>
              </a:spcAft>
              <a:buSzPts val="1800"/>
              <a:buNone/>
            </a:pPr>
            <a:r>
              <a:rPr lang="en-US" sz="3335">
                <a:solidFill>
                  <a:schemeClr val="dk1"/>
                </a:solidFill>
              </a:rPr>
              <a:t>Step 4: Repeat as long as i ≤ 100</a:t>
            </a:r>
            <a:endParaRPr sz="3335">
              <a:solidFill>
                <a:schemeClr val="dk1"/>
              </a:solidFill>
            </a:endParaRPr>
          </a:p>
          <a:p>
            <a:pPr marL="914400" lvl="0" indent="457200" algn="l" rtl="0">
              <a:lnSpc>
                <a:spcPct val="115000"/>
              </a:lnSpc>
              <a:spcBef>
                <a:spcPts val="1200"/>
              </a:spcBef>
              <a:spcAft>
                <a:spcPts val="0"/>
              </a:spcAft>
              <a:buSzPts val="1800"/>
              <a:buNone/>
            </a:pPr>
            <a:r>
              <a:rPr lang="en-US" sz="3335">
                <a:solidFill>
                  <a:schemeClr val="dk1"/>
                </a:solidFill>
              </a:rPr>
              <a:t>Step 4.1: Print i</a:t>
            </a:r>
            <a:endParaRPr sz="3335">
              <a:solidFill>
                <a:schemeClr val="dk1"/>
              </a:solidFill>
            </a:endParaRPr>
          </a:p>
          <a:p>
            <a:pPr marL="914400" lvl="0" indent="457200" algn="l" rtl="0">
              <a:lnSpc>
                <a:spcPct val="115000"/>
              </a:lnSpc>
              <a:spcBef>
                <a:spcPts val="1200"/>
              </a:spcBef>
              <a:spcAft>
                <a:spcPts val="0"/>
              </a:spcAft>
              <a:buSzPts val="1800"/>
              <a:buNone/>
            </a:pPr>
            <a:r>
              <a:rPr lang="en-US" sz="3335">
                <a:solidFill>
                  <a:schemeClr val="dk1"/>
                </a:solidFill>
              </a:rPr>
              <a:t>Step 4.2: Set i = i + 1</a:t>
            </a:r>
            <a:endParaRPr sz="3335">
              <a:solidFill>
                <a:schemeClr val="dk1"/>
              </a:solidFill>
            </a:endParaRPr>
          </a:p>
          <a:p>
            <a:pPr marL="0" lvl="0" indent="0" algn="l" rtl="0">
              <a:lnSpc>
                <a:spcPct val="115000"/>
              </a:lnSpc>
              <a:spcBef>
                <a:spcPts val="1200"/>
              </a:spcBef>
              <a:spcAft>
                <a:spcPts val="1200"/>
              </a:spcAft>
              <a:buSzPts val="1800"/>
              <a:buNone/>
            </a:pPr>
            <a:r>
              <a:rPr lang="en-US" sz="3335">
                <a:solidFill>
                  <a:schemeClr val="dk1"/>
                </a:solidFill>
              </a:rPr>
              <a:t>Step 5: Stop </a:t>
            </a:r>
            <a:endParaRPr sz="33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animEffect transition="in" filter="fade">
                                      <p:cBhvr>
                                        <p:cTn id="7" dur="1000"/>
                                        <p:tgtEl>
                                          <p:spTgt spid="2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8">
                                            <p:txEl>
                                              <p:pRg st="1" end="1"/>
                                            </p:txEl>
                                          </p:spTgt>
                                        </p:tgtEl>
                                        <p:attrNameLst>
                                          <p:attrName>style.visibility</p:attrName>
                                        </p:attrNameLst>
                                      </p:cBhvr>
                                      <p:to>
                                        <p:strVal val="visible"/>
                                      </p:to>
                                    </p:set>
                                    <p:animEffect transition="in" filter="fade">
                                      <p:cBhvr>
                                        <p:cTn id="12" dur="1000"/>
                                        <p:tgtEl>
                                          <p:spTgt spid="2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8">
                                            <p:txEl>
                                              <p:pRg st="2" end="2"/>
                                            </p:txEl>
                                          </p:spTgt>
                                        </p:tgtEl>
                                        <p:attrNameLst>
                                          <p:attrName>style.visibility</p:attrName>
                                        </p:attrNameLst>
                                      </p:cBhvr>
                                      <p:to>
                                        <p:strVal val="visible"/>
                                      </p:to>
                                    </p:set>
                                    <p:animEffect transition="in" filter="fade">
                                      <p:cBhvr>
                                        <p:cTn id="17" dur="1000"/>
                                        <p:tgtEl>
                                          <p:spTgt spid="2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8">
                                            <p:txEl>
                                              <p:pRg st="3" end="3"/>
                                            </p:txEl>
                                          </p:spTgt>
                                        </p:tgtEl>
                                        <p:attrNameLst>
                                          <p:attrName>style.visibility</p:attrName>
                                        </p:attrNameLst>
                                      </p:cBhvr>
                                      <p:to>
                                        <p:strVal val="visible"/>
                                      </p:to>
                                    </p:set>
                                    <p:animEffect transition="in" filter="fade">
                                      <p:cBhvr>
                                        <p:cTn id="22" dur="1000"/>
                                        <p:tgtEl>
                                          <p:spTgt spid="2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8">
                                            <p:txEl>
                                              <p:pRg st="4" end="4"/>
                                            </p:txEl>
                                          </p:spTgt>
                                        </p:tgtEl>
                                        <p:attrNameLst>
                                          <p:attrName>style.visibility</p:attrName>
                                        </p:attrNameLst>
                                      </p:cBhvr>
                                      <p:to>
                                        <p:strVal val="visible"/>
                                      </p:to>
                                    </p:set>
                                    <p:animEffect transition="in" filter="fade">
                                      <p:cBhvr>
                                        <p:cTn id="27" dur="1000"/>
                                        <p:tgtEl>
                                          <p:spTgt spid="2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8">
                                            <p:txEl>
                                              <p:pRg st="5" end="5"/>
                                            </p:txEl>
                                          </p:spTgt>
                                        </p:tgtEl>
                                        <p:attrNameLst>
                                          <p:attrName>style.visibility</p:attrName>
                                        </p:attrNameLst>
                                      </p:cBhvr>
                                      <p:to>
                                        <p:strVal val="visible"/>
                                      </p:to>
                                    </p:set>
                                    <p:animEffect transition="in" filter="fade">
                                      <p:cBhvr>
                                        <p:cTn id="32" dur="1000"/>
                                        <p:tgtEl>
                                          <p:spTgt spid="2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8">
                                            <p:txEl>
                                              <p:pRg st="6" end="6"/>
                                            </p:txEl>
                                          </p:spTgt>
                                        </p:tgtEl>
                                        <p:attrNameLst>
                                          <p:attrName>style.visibility</p:attrName>
                                        </p:attrNameLst>
                                      </p:cBhvr>
                                      <p:to>
                                        <p:strVal val="visible"/>
                                      </p:to>
                                    </p:set>
                                    <p:animEffect transition="in" filter="fade">
                                      <p:cBhvr>
                                        <p:cTn id="37" dur="1000"/>
                                        <p:tgtEl>
                                          <p:spTgt spid="218">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nested for loops</a:t>
            </a:r>
            <a:endParaRPr>
              <a:solidFill>
                <a:srgbClr val="FF0000"/>
              </a:solidFill>
            </a:endParaRPr>
          </a:p>
        </p:txBody>
      </p:sp>
      <p:sp>
        <p:nvSpPr>
          <p:cNvPr id="224" name="Google Shape;224;p41"/>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print all the prime numbers between the given upper and lower limits.</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animEffect transition="in" filter="fade">
                                      <p:cBhvr>
                                        <p:cTn id="7" dur="1000"/>
                                        <p:tgtEl>
                                          <p:spTgt spid="224">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solidFill>
                  <a:srgbClr val="FF0000"/>
                </a:solidFill>
              </a:rPr>
              <a:t>arrays</a:t>
            </a:r>
            <a:endParaRPr>
              <a:solidFill>
                <a:srgbClr val="FF0000"/>
              </a:solidFill>
            </a:endParaRPr>
          </a:p>
        </p:txBody>
      </p:sp>
      <p:sp>
        <p:nvSpPr>
          <p:cNvPr id="230" name="Google Shape;230;p42"/>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0" lvl="0" indent="0" algn="l" rtl="0">
              <a:lnSpc>
                <a:spcPct val="115000"/>
              </a:lnSpc>
              <a:spcBef>
                <a:spcPts val="0"/>
              </a:spcBef>
              <a:spcAft>
                <a:spcPts val="1200"/>
              </a:spcAft>
              <a:buSzPts val="1800"/>
              <a:buNone/>
            </a:pPr>
            <a:r>
              <a:rPr lang="en-US" sz="3335">
                <a:solidFill>
                  <a:schemeClr val="dk1"/>
                </a:solidFill>
              </a:rPr>
              <a:t>Develop a shell script to perform linear search on an array.</a:t>
            </a:r>
            <a:endParaRPr sz="4535">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xEl>
                                              <p:pRg st="0" end="0"/>
                                            </p:txEl>
                                          </p:spTgt>
                                        </p:tgtEl>
                                        <p:attrNameLst>
                                          <p:attrName>style.visibility</p:attrName>
                                        </p:attrNameLst>
                                      </p:cBhvr>
                                      <p:to>
                                        <p:strVal val="visible"/>
                                      </p:to>
                                    </p:set>
                                    <p:animEffect transition="in" filter="fade">
                                      <p:cBhvr>
                                        <p:cTn id="7" dur="1000"/>
                                        <p:tgtEl>
                                          <p:spTgt spid="230">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34" name="Shape 234"/>
        <p:cNvGrpSpPr/>
        <p:nvPr/>
      </p:nvGrpSpPr>
      <p:grpSpPr>
        <a:xfrm>
          <a:off x="0" y="0"/>
          <a:ext cx="0" cy="0"/>
          <a:chOff x="0" y="0"/>
          <a:chExt cx="0" cy="0"/>
        </a:xfrm>
      </p:grpSpPr>
      <p:sp>
        <p:nvSpPr>
          <p:cNvPr id="235" name="Google Shape;235;p43"/>
          <p:cNvSpPr txBox="1"/>
          <p:nvPr>
            <p:ph type="body" idx="1"/>
          </p:nvPr>
        </p:nvSpPr>
        <p:spPr>
          <a:xfrm>
            <a:off x="415600" y="147333"/>
            <a:ext cx="4943800" cy="579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lvl="0" indent="0" algn="l" rtl="0">
              <a:lnSpc>
                <a:spcPct val="105000"/>
              </a:lnSpc>
              <a:spcBef>
                <a:spcPts val="0"/>
              </a:spcBef>
              <a:spcAft>
                <a:spcPts val="0"/>
              </a:spcAft>
              <a:buSzPts val="275"/>
              <a:buNone/>
            </a:pPr>
            <a:r>
              <a:rPr lang="en-US">
                <a:solidFill>
                  <a:schemeClr val="dk1"/>
                </a:solidFill>
              </a:rPr>
              <a:t>#!/bin/bash</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echo "Enter limit of array"</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read n</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echo "Enter elements in the array"</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for(( i=0; i&lt;n; i++ ))</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do</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	read a[$i]</a:t>
            </a:r>
            <a:endParaRPr>
              <a:solidFill>
                <a:schemeClr val="dk1"/>
              </a:solidFill>
            </a:endParaRPr>
          </a:p>
          <a:p>
            <a:pPr marL="0" lvl="0" indent="0" algn="l" rtl="0">
              <a:lnSpc>
                <a:spcPct val="105000"/>
              </a:lnSpc>
              <a:spcBef>
                <a:spcPts val="1200"/>
              </a:spcBef>
              <a:spcAft>
                <a:spcPts val="0"/>
              </a:spcAft>
              <a:buSzPts val="275"/>
              <a:buNone/>
            </a:pPr>
            <a:r>
              <a:rPr lang="en-US">
                <a:solidFill>
                  <a:schemeClr val="dk1"/>
                </a:solidFill>
              </a:rPr>
              <a:t>done</a:t>
            </a:r>
            <a:endParaRPr>
              <a:solidFill>
                <a:schemeClr val="dk1"/>
              </a:solidFill>
            </a:endParaRPr>
          </a:p>
          <a:p>
            <a:pPr marL="0" lvl="0" indent="0" algn="l" rtl="0">
              <a:lnSpc>
                <a:spcPct val="105000"/>
              </a:lnSpc>
              <a:spcBef>
                <a:spcPts val="1200"/>
              </a:spcBef>
              <a:spcAft>
                <a:spcPts val="1200"/>
              </a:spcAft>
              <a:buSzPts val="275"/>
              <a:buNone/>
            </a:pPr>
            <a:endParaRPr sz="2965">
              <a:solidFill>
                <a:schemeClr val="dk1"/>
              </a:solidFill>
            </a:endParaRPr>
          </a:p>
        </p:txBody>
      </p:sp>
      <p:sp>
        <p:nvSpPr>
          <p:cNvPr id="236" name="Google Shape;236;p43"/>
          <p:cNvSpPr txBox="1"/>
          <p:nvPr/>
        </p:nvSpPr>
        <p:spPr>
          <a:xfrm>
            <a:off x="5597200" y="274333"/>
            <a:ext cx="6493200" cy="579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lnSpc>
                <a:spcPct val="105000"/>
              </a:lnSpc>
              <a:spcBef>
                <a:spcPts val="0"/>
              </a:spcBef>
              <a:spcAft>
                <a:spcPts val="0"/>
              </a:spcAft>
              <a:buClr>
                <a:schemeClr val="dk2"/>
              </a:buClr>
              <a:buSzPts val="275"/>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echo "Elements in the array are:"</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2"/>
              </a:buClr>
              <a:buSzPts val="275"/>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for(( i=0; i&lt;n; i++ ))</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2"/>
              </a:buClr>
              <a:buSzPts val="275"/>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do</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2"/>
              </a:buClr>
              <a:buSzPts val="275"/>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	echo "${a[$i]}"</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2"/>
              </a:buClr>
              <a:buSzPts val="275"/>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done</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0"/>
              </a:spcBef>
              <a:spcAft>
                <a:spcPts val="0"/>
              </a:spcAft>
              <a:buClr>
                <a:schemeClr val="dk1"/>
              </a:buClr>
              <a:buSzPts val="1100"/>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echo "Enter the element to be searched"</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read element</a:t>
            </a:r>
            <a:endParaRPr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rPr>
              <a:t>flag=0</a:t>
            </a:r>
            <a:endParaRPr lang="en-US"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2"/>
              </a:buClr>
              <a:buSzPts val="275"/>
              <a:buFont typeface="Arial" panose="020B0604020202020204"/>
              <a:buNone/>
            </a:pPr>
            <a:endParaRPr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1200"/>
              </a:spcAft>
              <a:buClr>
                <a:schemeClr val="dk2"/>
              </a:buClr>
              <a:buSzPts val="275"/>
              <a:buFont typeface="Arial" panose="020B0604020202020204"/>
              <a:buNone/>
            </a:pPr>
            <a:endParaRPr sz="3365"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xEl>
                                              <p:pRg st="0" end="0"/>
                                            </p:txEl>
                                          </p:spTgt>
                                        </p:tgtEl>
                                        <p:attrNameLst>
                                          <p:attrName>style.visibility</p:attrName>
                                        </p:attrNameLst>
                                      </p:cBhvr>
                                      <p:to>
                                        <p:strVal val="visible"/>
                                      </p:to>
                                    </p:set>
                                    <p:animEffect transition="in" filter="fade">
                                      <p:cBhvr>
                                        <p:cTn id="7" dur="1000"/>
                                        <p:tgtEl>
                                          <p:spTgt spid="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
                                            <p:txEl>
                                              <p:pRg st="1" end="1"/>
                                            </p:txEl>
                                          </p:spTgt>
                                        </p:tgtEl>
                                        <p:attrNameLst>
                                          <p:attrName>style.visibility</p:attrName>
                                        </p:attrNameLst>
                                      </p:cBhvr>
                                      <p:to>
                                        <p:strVal val="visible"/>
                                      </p:to>
                                    </p:set>
                                    <p:animEffect transition="in" filter="fade">
                                      <p:cBhvr>
                                        <p:cTn id="12" dur="1000"/>
                                        <p:tgtEl>
                                          <p:spTgt spid="2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5">
                                            <p:txEl>
                                              <p:pRg st="2" end="2"/>
                                            </p:txEl>
                                          </p:spTgt>
                                        </p:tgtEl>
                                        <p:attrNameLst>
                                          <p:attrName>style.visibility</p:attrName>
                                        </p:attrNameLst>
                                      </p:cBhvr>
                                      <p:to>
                                        <p:strVal val="visible"/>
                                      </p:to>
                                    </p:set>
                                    <p:animEffect transition="in" filter="fade">
                                      <p:cBhvr>
                                        <p:cTn id="17" dur="1000"/>
                                        <p:tgtEl>
                                          <p:spTgt spid="2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5">
                                            <p:txEl>
                                              <p:pRg st="3" end="3"/>
                                            </p:txEl>
                                          </p:spTgt>
                                        </p:tgtEl>
                                        <p:attrNameLst>
                                          <p:attrName>style.visibility</p:attrName>
                                        </p:attrNameLst>
                                      </p:cBhvr>
                                      <p:to>
                                        <p:strVal val="visible"/>
                                      </p:to>
                                    </p:set>
                                    <p:animEffect transition="in" filter="fade">
                                      <p:cBhvr>
                                        <p:cTn id="22" dur="1000"/>
                                        <p:tgtEl>
                                          <p:spTgt spid="2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5">
                                            <p:txEl>
                                              <p:pRg st="4" end="4"/>
                                            </p:txEl>
                                          </p:spTgt>
                                        </p:tgtEl>
                                        <p:attrNameLst>
                                          <p:attrName>style.visibility</p:attrName>
                                        </p:attrNameLst>
                                      </p:cBhvr>
                                      <p:to>
                                        <p:strVal val="visible"/>
                                      </p:to>
                                    </p:set>
                                    <p:animEffect transition="in" filter="fade">
                                      <p:cBhvr>
                                        <p:cTn id="27" dur="1000"/>
                                        <p:tgtEl>
                                          <p:spTgt spid="2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5">
                                            <p:txEl>
                                              <p:pRg st="5" end="5"/>
                                            </p:txEl>
                                          </p:spTgt>
                                        </p:tgtEl>
                                        <p:attrNameLst>
                                          <p:attrName>style.visibility</p:attrName>
                                        </p:attrNameLst>
                                      </p:cBhvr>
                                      <p:to>
                                        <p:strVal val="visible"/>
                                      </p:to>
                                    </p:set>
                                    <p:animEffect transition="in" filter="fade">
                                      <p:cBhvr>
                                        <p:cTn id="32" dur="1000"/>
                                        <p:tgtEl>
                                          <p:spTgt spid="2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5">
                                            <p:txEl>
                                              <p:pRg st="6" end="6"/>
                                            </p:txEl>
                                          </p:spTgt>
                                        </p:tgtEl>
                                        <p:attrNameLst>
                                          <p:attrName>style.visibility</p:attrName>
                                        </p:attrNameLst>
                                      </p:cBhvr>
                                      <p:to>
                                        <p:strVal val="visible"/>
                                      </p:to>
                                    </p:set>
                                    <p:animEffect transition="in" filter="fade">
                                      <p:cBhvr>
                                        <p:cTn id="37" dur="1000"/>
                                        <p:tgtEl>
                                          <p:spTgt spid="2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5">
                                            <p:txEl>
                                              <p:pRg st="7" end="7"/>
                                            </p:txEl>
                                          </p:spTgt>
                                        </p:tgtEl>
                                        <p:attrNameLst>
                                          <p:attrName>style.visibility</p:attrName>
                                        </p:attrNameLst>
                                      </p:cBhvr>
                                      <p:to>
                                        <p:strVal val="visible"/>
                                      </p:to>
                                    </p:set>
                                    <p:animEffect transition="in" filter="fade">
                                      <p:cBhvr>
                                        <p:cTn id="42" dur="1000"/>
                                        <p:tgtEl>
                                          <p:spTgt spid="2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5">
                                            <p:txEl>
                                              <p:pRg st="8" end="8"/>
                                            </p:txEl>
                                          </p:spTgt>
                                        </p:tgtEl>
                                        <p:attrNameLst>
                                          <p:attrName>style.visibility</p:attrName>
                                        </p:attrNameLst>
                                      </p:cBhvr>
                                      <p:to>
                                        <p:strVal val="visible"/>
                                      </p:to>
                                    </p:set>
                                    <p:animEffect transition="in" filter="fade">
                                      <p:cBhvr>
                                        <p:cTn id="47" dur="1000"/>
                                        <p:tgtEl>
                                          <p:spTgt spid="2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6">
                                            <p:txEl>
                                              <p:pRg st="0" end="0"/>
                                            </p:txEl>
                                          </p:spTgt>
                                        </p:tgtEl>
                                        <p:attrNameLst>
                                          <p:attrName>style.visibility</p:attrName>
                                        </p:attrNameLst>
                                      </p:cBhvr>
                                      <p:to>
                                        <p:strVal val="visible"/>
                                      </p:to>
                                    </p:set>
                                    <p:animEffect transition="in" filter="fade">
                                      <p:cBhvr>
                                        <p:cTn id="52" dur="1000"/>
                                        <p:tgtEl>
                                          <p:spTgt spid="23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6">
                                            <p:txEl>
                                              <p:pRg st="1" end="1"/>
                                            </p:txEl>
                                          </p:spTgt>
                                        </p:tgtEl>
                                        <p:attrNameLst>
                                          <p:attrName>style.visibility</p:attrName>
                                        </p:attrNameLst>
                                      </p:cBhvr>
                                      <p:to>
                                        <p:strVal val="visible"/>
                                      </p:to>
                                    </p:set>
                                    <p:animEffect transition="in" filter="fade">
                                      <p:cBhvr>
                                        <p:cTn id="57" dur="1000"/>
                                        <p:tgtEl>
                                          <p:spTgt spid="236">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36">
                                            <p:txEl>
                                              <p:pRg st="2" end="2"/>
                                            </p:txEl>
                                          </p:spTgt>
                                        </p:tgtEl>
                                        <p:attrNameLst>
                                          <p:attrName>style.visibility</p:attrName>
                                        </p:attrNameLst>
                                      </p:cBhvr>
                                      <p:to>
                                        <p:strVal val="visible"/>
                                      </p:to>
                                    </p:set>
                                    <p:animEffect transition="in" filter="fade">
                                      <p:cBhvr>
                                        <p:cTn id="62" dur="1000"/>
                                        <p:tgtEl>
                                          <p:spTgt spid="236">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36">
                                            <p:txEl>
                                              <p:pRg st="3" end="3"/>
                                            </p:txEl>
                                          </p:spTgt>
                                        </p:tgtEl>
                                        <p:attrNameLst>
                                          <p:attrName>style.visibility</p:attrName>
                                        </p:attrNameLst>
                                      </p:cBhvr>
                                      <p:to>
                                        <p:strVal val="visible"/>
                                      </p:to>
                                    </p:set>
                                    <p:animEffect transition="in" filter="fade">
                                      <p:cBhvr>
                                        <p:cTn id="67" dur="1000"/>
                                        <p:tgtEl>
                                          <p:spTgt spid="236">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36">
                                            <p:txEl>
                                              <p:pRg st="4" end="4"/>
                                            </p:txEl>
                                          </p:spTgt>
                                        </p:tgtEl>
                                        <p:attrNameLst>
                                          <p:attrName>style.visibility</p:attrName>
                                        </p:attrNameLst>
                                      </p:cBhvr>
                                      <p:to>
                                        <p:strVal val="visible"/>
                                      </p:to>
                                    </p:set>
                                    <p:animEffect transition="in" filter="fade">
                                      <p:cBhvr>
                                        <p:cTn id="72" dur="1000"/>
                                        <p:tgtEl>
                                          <p:spTgt spid="236">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36">
                                            <p:txEl>
                                              <p:pRg st="5" end="5"/>
                                            </p:txEl>
                                          </p:spTgt>
                                        </p:tgtEl>
                                        <p:attrNameLst>
                                          <p:attrName>style.visibility</p:attrName>
                                        </p:attrNameLst>
                                      </p:cBhvr>
                                      <p:to>
                                        <p:strVal val="visible"/>
                                      </p:to>
                                    </p:set>
                                    <p:animEffect transition="in" filter="fade">
                                      <p:cBhvr>
                                        <p:cTn id="77" dur="1000"/>
                                        <p:tgtEl>
                                          <p:spTgt spid="236">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36">
                                            <p:txEl>
                                              <p:pRg st="6" end="6"/>
                                            </p:txEl>
                                          </p:spTgt>
                                        </p:tgtEl>
                                        <p:attrNameLst>
                                          <p:attrName>style.visibility</p:attrName>
                                        </p:attrNameLst>
                                      </p:cBhvr>
                                      <p:to>
                                        <p:strVal val="visible"/>
                                      </p:to>
                                    </p:set>
                                    <p:animEffect transition="in" filter="fade">
                                      <p:cBhvr>
                                        <p:cTn id="82" dur="1000"/>
                                        <p:tgtEl>
                                          <p:spTgt spid="236">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36">
                                            <p:txEl>
                                              <p:pRg st="7" end="7"/>
                                            </p:txEl>
                                          </p:spTgt>
                                        </p:tgtEl>
                                        <p:attrNameLst>
                                          <p:attrName>style.visibility</p:attrName>
                                        </p:attrNameLst>
                                      </p:cBhvr>
                                      <p:to>
                                        <p:strVal val="visible"/>
                                      </p:to>
                                    </p:set>
                                    <p:animEffect transition="in" filter="fade">
                                      <p:cBhvr>
                                        <p:cTn id="87" dur="1000"/>
                                        <p:tgtEl>
                                          <p:spTgt spid="236">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36">
                                            <p:txEl>
                                              <p:pRg st="8" end="8"/>
                                            </p:txEl>
                                          </p:spTgt>
                                        </p:tgtEl>
                                        <p:attrNameLst>
                                          <p:attrName>style.visibility</p:attrName>
                                        </p:attrNameLst>
                                      </p:cBhvr>
                                      <p:to>
                                        <p:strVal val="visible"/>
                                      </p:to>
                                    </p:set>
                                    <p:animEffect transition="in" filter="fade">
                                      <p:cBhvr>
                                        <p:cTn id="92" dur="1000"/>
                                        <p:tgtEl>
                                          <p:spTgt spid="236">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36">
                                            <p:txEl>
                                              <p:pRg st="9" end="9"/>
                                            </p:txEl>
                                          </p:spTgt>
                                        </p:tgtEl>
                                        <p:attrNameLst>
                                          <p:attrName>style.visibility</p:attrName>
                                        </p:attrNameLst>
                                      </p:cBhvr>
                                      <p:to>
                                        <p:strVal val="visible"/>
                                      </p:to>
                                    </p:set>
                                    <p:animEffect transition="in" filter="fade">
                                      <p:cBhvr>
                                        <p:cTn id="97" dur="1000"/>
                                        <p:tgtEl>
                                          <p:spTgt spid="236">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44"/>
          <p:cNvSpPr txBox="1"/>
          <p:nvPr>
            <p:ph type="body" idx="1"/>
          </p:nvPr>
        </p:nvSpPr>
        <p:spPr>
          <a:xfrm>
            <a:off x="390200" y="111032"/>
            <a:ext cx="5261300" cy="6391367"/>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lvl="0" indent="0" algn="l" rtl="0">
              <a:lnSpc>
                <a:spcPct val="105000"/>
              </a:lnSpc>
              <a:spcBef>
                <a:spcPts val="1200"/>
              </a:spcBef>
              <a:spcAft>
                <a:spcPts val="0"/>
              </a:spcAft>
              <a:buSzPts val="1100"/>
              <a:buNone/>
            </a:pPr>
            <a:r>
              <a:rPr lang="en-US" sz="3365">
                <a:solidFill>
                  <a:schemeClr val="dk1"/>
                </a:solidFill>
              </a:rPr>
              <a:t>for(( i=0; i&lt;n; i++ ))</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do</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if [ ${a[$i]} -eq $element ]</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then</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	flag=1</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	break</a:t>
            </a:r>
            <a:endParaRPr sz="3365">
              <a:solidFill>
                <a:schemeClr val="dk1"/>
              </a:solidFill>
            </a:endParaRPr>
          </a:p>
          <a:p>
            <a:pPr marL="0" lvl="0" indent="0" algn="l" rtl="0">
              <a:lnSpc>
                <a:spcPct val="105000"/>
              </a:lnSpc>
              <a:spcBef>
                <a:spcPts val="1200"/>
              </a:spcBef>
              <a:spcAft>
                <a:spcPts val="0"/>
              </a:spcAft>
              <a:buSzPts val="1100"/>
              <a:buNone/>
            </a:pPr>
            <a:r>
              <a:rPr lang="en-US" sz="3365">
                <a:solidFill>
                  <a:schemeClr val="dk1"/>
                </a:solidFill>
              </a:rPr>
              <a:t>fi</a:t>
            </a:r>
            <a:endParaRPr sz="3365">
              <a:solidFill>
                <a:schemeClr val="dk1"/>
              </a:solidFill>
            </a:endParaRPr>
          </a:p>
          <a:p>
            <a:pPr marL="0" lvl="0" indent="0" algn="l" rtl="0">
              <a:lnSpc>
                <a:spcPct val="105000"/>
              </a:lnSpc>
              <a:spcBef>
                <a:spcPts val="1200"/>
              </a:spcBef>
              <a:spcAft>
                <a:spcPts val="1200"/>
              </a:spcAft>
              <a:buSzPts val="275"/>
              <a:buNone/>
            </a:pPr>
            <a:r>
              <a:rPr lang="en-US" sz="3365">
                <a:solidFill>
                  <a:schemeClr val="dk1"/>
                </a:solidFill>
              </a:rPr>
              <a:t>done</a:t>
            </a:r>
            <a:endParaRPr sz="3365">
              <a:solidFill>
                <a:schemeClr val="dk1"/>
              </a:solidFill>
            </a:endParaRPr>
          </a:p>
        </p:txBody>
      </p:sp>
      <p:sp>
        <p:nvSpPr>
          <p:cNvPr id="242" name="Google Shape;242;p44"/>
          <p:cNvSpPr txBox="1"/>
          <p:nvPr/>
        </p:nvSpPr>
        <p:spPr>
          <a:xfrm>
            <a:off x="5825800" y="705199"/>
            <a:ext cx="6264600" cy="579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lnSpc>
                <a:spcPct val="105000"/>
              </a:lnSpc>
              <a:spcBef>
                <a:spcPts val="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if [ $flag -eq 1 ]</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then</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	echo "$ele is found"</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else</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	echo "$ele is not found"</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fi</a:t>
            </a: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0"/>
              </a:spcAft>
              <a:buClr>
                <a:schemeClr val="dk1"/>
              </a:buClr>
              <a:buSzPts val="1100"/>
              <a:buFont typeface="Arial" panose="020B0604020202020204"/>
              <a:buNone/>
            </a:pPr>
            <a:endParaRPr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5000"/>
              </a:lnSpc>
              <a:spcBef>
                <a:spcPts val="1200"/>
              </a:spcBef>
              <a:spcAft>
                <a:spcPts val="1200"/>
              </a:spcAft>
              <a:buClr>
                <a:schemeClr val="dk2"/>
              </a:buClr>
              <a:buSzPts val="275"/>
              <a:buFont typeface="Arial" panose="020B0604020202020204"/>
              <a:buNone/>
            </a:pPr>
            <a:endParaRPr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1000"/>
                                        <p:tgtEl>
                                          <p:spTgt spid="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xEl>
                                              <p:pRg st="1" end="1"/>
                                            </p:txEl>
                                          </p:spTgt>
                                        </p:tgtEl>
                                        <p:attrNameLst>
                                          <p:attrName>style.visibility</p:attrName>
                                        </p:attrNameLst>
                                      </p:cBhvr>
                                      <p:to>
                                        <p:strVal val="visible"/>
                                      </p:to>
                                    </p:set>
                                    <p:animEffect transition="in" filter="fade">
                                      <p:cBhvr>
                                        <p:cTn id="12" dur="1000"/>
                                        <p:tgtEl>
                                          <p:spTgt spid="2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
                                            <p:txEl>
                                              <p:pRg st="2" end="2"/>
                                            </p:txEl>
                                          </p:spTgt>
                                        </p:tgtEl>
                                        <p:attrNameLst>
                                          <p:attrName>style.visibility</p:attrName>
                                        </p:attrNameLst>
                                      </p:cBhvr>
                                      <p:to>
                                        <p:strVal val="visible"/>
                                      </p:to>
                                    </p:set>
                                    <p:animEffect transition="in" filter="fade">
                                      <p:cBhvr>
                                        <p:cTn id="17" dur="1000"/>
                                        <p:tgtEl>
                                          <p:spTgt spid="2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1">
                                            <p:txEl>
                                              <p:pRg st="3" end="3"/>
                                            </p:txEl>
                                          </p:spTgt>
                                        </p:tgtEl>
                                        <p:attrNameLst>
                                          <p:attrName>style.visibility</p:attrName>
                                        </p:attrNameLst>
                                      </p:cBhvr>
                                      <p:to>
                                        <p:strVal val="visible"/>
                                      </p:to>
                                    </p:set>
                                    <p:animEffect transition="in" filter="fade">
                                      <p:cBhvr>
                                        <p:cTn id="22" dur="1000"/>
                                        <p:tgtEl>
                                          <p:spTgt spid="2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1">
                                            <p:txEl>
                                              <p:pRg st="4" end="4"/>
                                            </p:txEl>
                                          </p:spTgt>
                                        </p:tgtEl>
                                        <p:attrNameLst>
                                          <p:attrName>style.visibility</p:attrName>
                                        </p:attrNameLst>
                                      </p:cBhvr>
                                      <p:to>
                                        <p:strVal val="visible"/>
                                      </p:to>
                                    </p:set>
                                    <p:animEffect transition="in" filter="fade">
                                      <p:cBhvr>
                                        <p:cTn id="27" dur="1000"/>
                                        <p:tgtEl>
                                          <p:spTgt spid="2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1">
                                            <p:txEl>
                                              <p:pRg st="5" end="5"/>
                                            </p:txEl>
                                          </p:spTgt>
                                        </p:tgtEl>
                                        <p:attrNameLst>
                                          <p:attrName>style.visibility</p:attrName>
                                        </p:attrNameLst>
                                      </p:cBhvr>
                                      <p:to>
                                        <p:strVal val="visible"/>
                                      </p:to>
                                    </p:set>
                                    <p:animEffect transition="in" filter="fade">
                                      <p:cBhvr>
                                        <p:cTn id="32" dur="1000"/>
                                        <p:tgtEl>
                                          <p:spTgt spid="2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1">
                                            <p:txEl>
                                              <p:pRg st="6" end="6"/>
                                            </p:txEl>
                                          </p:spTgt>
                                        </p:tgtEl>
                                        <p:attrNameLst>
                                          <p:attrName>style.visibility</p:attrName>
                                        </p:attrNameLst>
                                      </p:cBhvr>
                                      <p:to>
                                        <p:strVal val="visible"/>
                                      </p:to>
                                    </p:set>
                                    <p:animEffect transition="in" filter="fade">
                                      <p:cBhvr>
                                        <p:cTn id="37" dur="1000"/>
                                        <p:tgtEl>
                                          <p:spTgt spid="24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1">
                                            <p:txEl>
                                              <p:pRg st="7" end="7"/>
                                            </p:txEl>
                                          </p:spTgt>
                                        </p:tgtEl>
                                        <p:attrNameLst>
                                          <p:attrName>style.visibility</p:attrName>
                                        </p:attrNameLst>
                                      </p:cBhvr>
                                      <p:to>
                                        <p:strVal val="visible"/>
                                      </p:to>
                                    </p:set>
                                    <p:animEffect transition="in" filter="fade">
                                      <p:cBhvr>
                                        <p:cTn id="42" dur="1000"/>
                                        <p:tgtEl>
                                          <p:spTgt spid="24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2">
                                            <p:txEl>
                                              <p:pRg st="0" end="0"/>
                                            </p:txEl>
                                          </p:spTgt>
                                        </p:tgtEl>
                                        <p:attrNameLst>
                                          <p:attrName>style.visibility</p:attrName>
                                        </p:attrNameLst>
                                      </p:cBhvr>
                                      <p:to>
                                        <p:strVal val="visible"/>
                                      </p:to>
                                    </p:set>
                                    <p:animEffect transition="in" filter="fade">
                                      <p:cBhvr>
                                        <p:cTn id="47" dur="1000"/>
                                        <p:tgtEl>
                                          <p:spTgt spid="24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42">
                                            <p:txEl>
                                              <p:pRg st="1" end="1"/>
                                            </p:txEl>
                                          </p:spTgt>
                                        </p:tgtEl>
                                        <p:attrNameLst>
                                          <p:attrName>style.visibility</p:attrName>
                                        </p:attrNameLst>
                                      </p:cBhvr>
                                      <p:to>
                                        <p:strVal val="visible"/>
                                      </p:to>
                                    </p:set>
                                    <p:animEffect transition="in" filter="fade">
                                      <p:cBhvr>
                                        <p:cTn id="52" dur="1000"/>
                                        <p:tgtEl>
                                          <p:spTgt spid="242">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2">
                                            <p:txEl>
                                              <p:pRg st="2" end="2"/>
                                            </p:txEl>
                                          </p:spTgt>
                                        </p:tgtEl>
                                        <p:attrNameLst>
                                          <p:attrName>style.visibility</p:attrName>
                                        </p:attrNameLst>
                                      </p:cBhvr>
                                      <p:to>
                                        <p:strVal val="visible"/>
                                      </p:to>
                                    </p:set>
                                    <p:animEffect transition="in" filter="fade">
                                      <p:cBhvr>
                                        <p:cTn id="57" dur="1000"/>
                                        <p:tgtEl>
                                          <p:spTgt spid="242">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2">
                                            <p:txEl>
                                              <p:pRg st="3" end="3"/>
                                            </p:txEl>
                                          </p:spTgt>
                                        </p:tgtEl>
                                        <p:attrNameLst>
                                          <p:attrName>style.visibility</p:attrName>
                                        </p:attrNameLst>
                                      </p:cBhvr>
                                      <p:to>
                                        <p:strVal val="visible"/>
                                      </p:to>
                                    </p:set>
                                    <p:animEffect transition="in" filter="fade">
                                      <p:cBhvr>
                                        <p:cTn id="62" dur="1000"/>
                                        <p:tgtEl>
                                          <p:spTgt spid="242">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2">
                                            <p:txEl>
                                              <p:pRg st="4" end="4"/>
                                            </p:txEl>
                                          </p:spTgt>
                                        </p:tgtEl>
                                        <p:attrNameLst>
                                          <p:attrName>style.visibility</p:attrName>
                                        </p:attrNameLst>
                                      </p:cBhvr>
                                      <p:to>
                                        <p:strVal val="visible"/>
                                      </p:to>
                                    </p:set>
                                    <p:animEffect transition="in" filter="fade">
                                      <p:cBhvr>
                                        <p:cTn id="67" dur="1000"/>
                                        <p:tgtEl>
                                          <p:spTgt spid="242">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2">
                                            <p:txEl>
                                              <p:pRg st="5" end="5"/>
                                            </p:txEl>
                                          </p:spTgt>
                                        </p:tgtEl>
                                        <p:attrNameLst>
                                          <p:attrName>style.visibility</p:attrName>
                                        </p:attrNameLst>
                                      </p:cBhvr>
                                      <p:to>
                                        <p:strVal val="visible"/>
                                      </p:to>
                                    </p:set>
                                    <p:animEffect transition="in" filter="fade">
                                      <p:cBhvr>
                                        <p:cTn id="72" dur="1000"/>
                                        <p:tgtEl>
                                          <p:spTgt spid="242">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42">
                                            <p:txEl>
                                              <p:pRg st="6" end="6"/>
                                            </p:txEl>
                                          </p:spTgt>
                                        </p:tgtEl>
                                        <p:attrNameLst>
                                          <p:attrName>style.visibility</p:attrName>
                                        </p:attrNameLst>
                                      </p:cBhvr>
                                      <p:to>
                                        <p:strVal val="visible"/>
                                      </p:to>
                                    </p:set>
                                    <p:animEffect transition="in" filter="fade">
                                      <p:cBhvr>
                                        <p:cTn id="77" dur="1000"/>
                                        <p:tgtEl>
                                          <p:spTgt spid="242">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42">
                                            <p:txEl>
                                              <p:pRg st="7" end="7"/>
                                            </p:txEl>
                                          </p:spTgt>
                                        </p:tgtEl>
                                        <p:attrNameLst>
                                          <p:attrName>style.visibility</p:attrName>
                                        </p:attrNameLst>
                                      </p:cBhvr>
                                      <p:to>
                                        <p:strVal val="visible"/>
                                      </p:to>
                                    </p:set>
                                    <p:animEffect transition="in" filter="fade">
                                      <p:cBhvr>
                                        <p:cTn id="82" dur="1000"/>
                                        <p:tgtEl>
                                          <p:spTgt spid="242">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45"/>
          <p:cNvSpPr txBox="1"/>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000"/>
              <a:buNone/>
            </a:pPr>
            <a:r>
              <a:rPr lang="en-US">
                <a:latin typeface="Cambria" panose="02040503050406030204"/>
                <a:ea typeface="Cambria" panose="02040503050406030204"/>
                <a:cs typeface="Cambria" panose="02040503050406030204"/>
                <a:sym typeface="Cambria" panose="02040503050406030204"/>
              </a:rPr>
              <a:t>Running shell script</a:t>
            </a:r>
            <a:endParaRPr>
              <a:latin typeface="Cambria" panose="02040503050406030204"/>
              <a:ea typeface="Cambria" panose="02040503050406030204"/>
              <a:cs typeface="Cambria" panose="02040503050406030204"/>
              <a:sym typeface="Cambria" panose="02040503050406030204"/>
            </a:endParaRPr>
          </a:p>
        </p:txBody>
      </p:sp>
      <p:sp>
        <p:nvSpPr>
          <p:cNvPr id="248" name="Google Shape;248;p45"/>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rmAutofit/>
          </a:bodyPr>
          <a:lstStyle/>
          <a:p>
            <a:pPr marL="114300" lvl="0" indent="0" algn="l" rtl="0">
              <a:lnSpc>
                <a:spcPct val="115000"/>
              </a:lnSpc>
              <a:spcBef>
                <a:spcPts val="0"/>
              </a:spcBef>
              <a:spcAft>
                <a:spcPts val="0"/>
              </a:spcAft>
              <a:buSzPts val="1800"/>
              <a:buNone/>
            </a:pPr>
            <a:r>
              <a:rPr lang="en-US" sz="4265" b="1">
                <a:latin typeface="Cambria" panose="02040503050406030204"/>
                <a:ea typeface="Cambria" panose="02040503050406030204"/>
                <a:cs typeface="Cambria" panose="02040503050406030204"/>
                <a:sym typeface="Cambria" panose="02040503050406030204"/>
              </a:rPr>
              <a:t>Open file</a:t>
            </a:r>
            <a:endParaRPr lang="en-US" sz="4265" b="1">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sz="4265">
                <a:latin typeface="Cambria" panose="02040503050406030204"/>
                <a:ea typeface="Cambria" panose="02040503050406030204"/>
                <a:cs typeface="Cambria" panose="02040503050406030204"/>
                <a:sym typeface="Cambria" panose="02040503050406030204"/>
              </a:rPr>
              <a:t>gedit filename.sh</a:t>
            </a:r>
            <a:endParaRPr lang="en-US" sz="4265">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sz="4265" b="1">
                <a:latin typeface="Cambria" panose="02040503050406030204"/>
                <a:ea typeface="Cambria" panose="02040503050406030204"/>
                <a:cs typeface="Cambria" panose="02040503050406030204"/>
                <a:sym typeface="Cambria" panose="02040503050406030204"/>
              </a:rPr>
              <a:t>Running the script </a:t>
            </a:r>
            <a:endParaRPr lang="en-US" sz="4265" b="1">
              <a:latin typeface="Cambria" panose="02040503050406030204"/>
              <a:ea typeface="Cambria" panose="02040503050406030204"/>
              <a:cs typeface="Cambria" panose="02040503050406030204"/>
              <a:sym typeface="Cambria" panose="02040503050406030204"/>
            </a:endParaRPr>
          </a:p>
          <a:p>
            <a:pPr marL="114300" lvl="0" indent="0" algn="l" rtl="0">
              <a:lnSpc>
                <a:spcPct val="115000"/>
              </a:lnSpc>
              <a:spcBef>
                <a:spcPts val="0"/>
              </a:spcBef>
              <a:spcAft>
                <a:spcPts val="0"/>
              </a:spcAft>
              <a:buSzPts val="1800"/>
              <a:buNone/>
            </a:pPr>
            <a:r>
              <a:rPr lang="en-US" sz="4265">
                <a:latin typeface="Cambria" panose="02040503050406030204"/>
                <a:ea typeface="Cambria" panose="02040503050406030204"/>
                <a:cs typeface="Cambria" panose="02040503050406030204"/>
                <a:sym typeface="Cambria" panose="02040503050406030204"/>
              </a:rPr>
              <a:t>bash filename.sh</a:t>
            </a:r>
            <a:endParaRPr sz="4265">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46"/>
          <p:cNvSpPr txBox="1"/>
          <p:nvPr>
            <p:ph type="body" idx="1"/>
          </p:nvPr>
        </p:nvSpPr>
        <p:spPr>
          <a:xfrm>
            <a:off x="415600" y="838200"/>
            <a:ext cx="11360800" cy="5253633"/>
          </a:xfrm>
          <a:prstGeom prst="rect">
            <a:avLst/>
          </a:prstGeom>
          <a:noFill/>
          <a:ln>
            <a:noFill/>
          </a:ln>
        </p:spPr>
        <p:txBody>
          <a:bodyPr spcFirstLastPara="1" wrap="square" lIns="121900" tIns="121900" rIns="121900" bIns="121900" anchor="t" anchorCtr="0">
            <a:normAutofit/>
          </a:bodyPr>
          <a:lstStyle/>
          <a:p>
            <a:pPr marL="114300" lvl="0" indent="0" algn="l" rtl="0">
              <a:lnSpc>
                <a:spcPct val="115000"/>
              </a:lnSpc>
              <a:spcBef>
                <a:spcPts val="0"/>
              </a:spcBef>
              <a:spcAft>
                <a:spcPts val="0"/>
              </a:spcAft>
              <a:buSzPts val="1800"/>
              <a:buNone/>
            </a:pPr>
          </a:p>
        </p:txBody>
      </p:sp>
      <p:pic>
        <p:nvPicPr>
          <p:cNvPr id="254" name="Google Shape;254;p46"/>
          <p:cNvPicPr preferRelativeResize="0"/>
          <p:nvPr/>
        </p:nvPicPr>
        <p:blipFill rotWithShape="1">
          <a:blip r:embed="rId1"/>
          <a:srcRect/>
          <a:stretch>
            <a:fillRect/>
          </a:stretch>
        </p:blipFill>
        <p:spPr>
          <a:xfrm>
            <a:off x="1389879" y="1356968"/>
            <a:ext cx="9412243" cy="4142133"/>
          </a:xfrm>
          <a:prstGeom prst="rect">
            <a:avLst/>
          </a:prstGeom>
          <a:noFill/>
          <a:ln>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8486</Words>
  <Application>WPS Presentation</Application>
  <PresentationFormat/>
  <Paragraphs>452</Paragraphs>
  <Slides>45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45</vt:i4>
      </vt:variant>
    </vt:vector>
  </HeadingPairs>
  <TitlesOfParts>
    <vt:vector size="56" baseType="lpstr">
      <vt:lpstr>Arial</vt:lpstr>
      <vt:lpstr>SimSun</vt:lpstr>
      <vt:lpstr>Wingdings</vt:lpstr>
      <vt:lpstr>Arial</vt:lpstr>
      <vt:lpstr>Calibri</vt:lpstr>
      <vt:lpstr>Cambria</vt:lpstr>
      <vt:lpstr>Microsoft YaHei</vt:lpstr>
      <vt:lpstr>Arial Unicode MS</vt:lpstr>
      <vt:lpstr>Noto Sans Symbols</vt:lpstr>
      <vt:lpstr>Segoe Print</vt:lpstr>
      <vt:lpstr>Office Theme</vt:lpstr>
      <vt:lpstr>Introduction to Linux Shell</vt:lpstr>
      <vt:lpstr>PowerPoint 演示文稿</vt:lpstr>
      <vt:lpstr>Shell</vt:lpstr>
      <vt:lpstr>PowerPoint 演示文稿</vt:lpstr>
      <vt:lpstr>  Graphical Shells  </vt:lpstr>
      <vt:lpstr>PowerPoint 演示文稿</vt:lpstr>
      <vt:lpstr>Shell Scripting </vt:lpstr>
      <vt:lpstr>PowerPoint 演示文稿</vt:lpstr>
      <vt:lpstr>Need  of shell scripts </vt:lpstr>
      <vt:lpstr>Advantages of shell scripts </vt:lpstr>
      <vt:lpstr>Disadvantages of shell scripts </vt:lpstr>
      <vt:lpstr>Syntax</vt:lpstr>
      <vt:lpstr>Variables </vt:lpstr>
      <vt:lpstr>Input and Output statement </vt:lpstr>
      <vt:lpstr>Printing</vt:lpstr>
      <vt:lpstr>PowerPoint 演示文稿</vt:lpstr>
      <vt:lpstr>Arithmetic operators</vt:lpstr>
      <vt:lpstr>Computations</vt:lpstr>
      <vt:lpstr>PowerPoint 演示文稿</vt:lpstr>
      <vt:lpstr>Another method</vt:lpstr>
      <vt:lpstr>if else</vt:lpstr>
      <vt:lpstr>PowerPoint 演示文稿</vt:lpstr>
      <vt:lpstr>PowerPoint 演示文稿</vt:lpstr>
      <vt:lpstr>else if ladder</vt:lpstr>
      <vt:lpstr>PowerPoint 演示文稿</vt:lpstr>
      <vt:lpstr>PowerPoint 演示文稿</vt:lpstr>
      <vt:lpstr>if elif  elif else ladder</vt:lpstr>
      <vt:lpstr>Decision making </vt:lpstr>
      <vt:lpstr>for loop</vt:lpstr>
      <vt:lpstr>PowerPoint 演示文稿</vt:lpstr>
      <vt:lpstr>while loop</vt:lpstr>
      <vt:lpstr>PowerPoint 演示文稿</vt:lpstr>
      <vt:lpstr>break</vt:lpstr>
      <vt:lpstr>PowerPoint 演示文稿</vt:lpstr>
      <vt:lpstr>PowerPoint 演示文稿</vt:lpstr>
      <vt:lpstr>PowerPoint 演示文稿</vt:lpstr>
      <vt:lpstr>PowerPoint 演示文稿</vt:lpstr>
      <vt:lpstr>PowerPoint 演示文稿</vt:lpstr>
      <vt:lpstr>PowerPoint 演示文稿</vt:lpstr>
      <vt:lpstr>nested for loops</vt:lpstr>
      <vt:lpstr>arrays</vt:lpstr>
      <vt:lpstr>PowerPoint 演示文稿</vt:lpstr>
      <vt:lpstr>PowerPoint 演示文稿</vt:lpstr>
      <vt:lpstr>Running shell script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Linux Shell</dc:title>
  <dc:creator/>
  <cp:lastModifiedBy>Mr. Sandy Joseph</cp:lastModifiedBy>
  <cp:revision>1</cp:revision>
  <dcterms:created xsi:type="dcterms:W3CDTF">2025-01-10T02:57:24Z</dcterms:created>
  <dcterms:modified xsi:type="dcterms:W3CDTF">2025-01-10T02:57:24Z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792159443F3D4362B0DC9B74A056A039_13</vt:lpwstr>
  </property>
  <property fmtid="{D5CDD505-2E9C-101B-9397-08002B2CF9AE}" pid="3" name="KSOProductBuildVer">
    <vt:lpwstr>1033-12.2.0.19307</vt:lpwstr>
  </property>
</Properties>
</file>